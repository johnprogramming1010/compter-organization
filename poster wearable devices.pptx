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53" r:id="rId2"/>
  </p:sldMasterIdLst>
  <p:notesMasterIdLst>
    <p:notesMasterId r:id="rId4"/>
  </p:notesMasterIdLst>
  <p:handoutMasterIdLst>
    <p:handoutMasterId r:id="rId5"/>
  </p:handoutMasterIdLst>
  <p:sldIdLst>
    <p:sldId id="264" r:id="rId3"/>
  </p:sldIdLst>
  <p:sldSz cx="43891200" cy="32918400"/>
  <p:notesSz cx="6858000" cy="9144000"/>
  <p:defaultText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KOTOULAS" initials="AK" lastIdx="2" clrIdx="0"/>
  <p:cmAuthor id="1" name="A.KOTOULAS" initials="HELP" lastIdx="1" clrIdx="1"/>
  <p:cmAuthor id="2" name="A.KOTOULAS" initials="HELP - " lastIdx="1" clrIdx="2"/>
  <p:cmAuthor id="3" name="PosterPresentations.com - 510.649.3001" initials="HELP - "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F9FB"/>
    <a:srgbClr val="F3F5FA"/>
    <a:srgbClr val="CDD2DE"/>
    <a:srgbClr val="E3E9E5"/>
    <a:srgbClr val="EAEAE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D22E9EB-D2E8-4E6C-9B4A-FDC05688D8A3}" v="2" dt="2020-12-01T21:24:00.974"/>
    <p1510:client id="{46E80378-3B37-49D3-B8CB-A37106A7D56A}" v="2" dt="2020-12-02T23:57:53.337"/>
    <p1510:client id="{6509C8CA-7875-4AF2-860A-D22291F53DB0}" v="1" dt="2020-12-01T23:29:09.594"/>
    <p1510:client id="{7E66B0E8-529B-4291-BAE3-172212F7D609}" v="65" dt="2020-12-02T22:02:18.71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autoAdjust="0"/>
    <p:restoredTop sz="94558" autoAdjust="0"/>
  </p:normalViewPr>
  <p:slideViewPr>
    <p:cSldViewPr snapToGrid="0" snapToObjects="1" showGuides="1">
      <p:cViewPr>
        <p:scale>
          <a:sx n="10" d="100"/>
          <a:sy n="10" d="100"/>
        </p:scale>
        <p:origin x="2388" y="552"/>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snapToObjects="1" showGuides="1">
      <p:cViewPr varScale="1">
        <p:scale>
          <a:sx n="84" d="100"/>
          <a:sy n="84" d="100"/>
        </p:scale>
        <p:origin x="3828" y="9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commentAuthors" Target="commentAuthors.xml"/><Relationship Id="rId11" Type="http://schemas.microsoft.com/office/2015/10/relationships/revisionInfo" Target="revisionInfo.xml"/><Relationship Id="rId5" Type="http://schemas.openxmlformats.org/officeDocument/2006/relationships/handoutMaster" Target="handoutMasters/handoutMaster1.xml"/><Relationship Id="rId10" Type="http://schemas.openxmlformats.org/officeDocument/2006/relationships/tableStyles" Target="tableStyles.xml"/><Relationship Id="rId4" Type="http://schemas.openxmlformats.org/officeDocument/2006/relationships/notesMaster" Target="notesMasters/notesMaster1.xml"/><Relationship Id="rId9"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158C5BC-9A70-462C-B28D-9600239EAC64}" type="datetimeFigureOut">
              <a:rPr lang="en-US" smtClean="0"/>
              <a:pPr/>
              <a:t>12/2/2020</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C131B7-05CA-4AEE-9267-6D0ED4DC84F3}" type="slidenum">
              <a:rPr lang="en-US" smtClean="0"/>
              <a:pPr/>
              <a:t>‹#›</a:t>
            </a:fld>
            <a:endParaRPr lang="en-US"/>
          </a:p>
        </p:txBody>
      </p:sp>
    </p:spTree>
    <p:extLst>
      <p:ext uri="{BB962C8B-B14F-4D97-AF65-F5344CB8AC3E}">
        <p14:creationId xmlns:p14="http://schemas.microsoft.com/office/powerpoint/2010/main" val="397406821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CC2317-6751-4CD4-9995-8782DD78E936}" type="datetimeFigureOut">
              <a:rPr lang="en-US" smtClean="0"/>
              <a:pPr/>
              <a:t>12/2/2020</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6A1A87D-CAF7-4BDC-A0D3-C0DBEDE81619}" type="slidenum">
              <a:rPr lang="en-US" smtClean="0"/>
              <a:pPr/>
              <a:t>‹#›</a:t>
            </a:fld>
            <a:endParaRPr lang="en-US" dirty="0"/>
          </a:p>
        </p:txBody>
      </p:sp>
    </p:spTree>
    <p:extLst>
      <p:ext uri="{BB962C8B-B14F-4D97-AF65-F5344CB8AC3E}">
        <p14:creationId xmlns:p14="http://schemas.microsoft.com/office/powerpoint/2010/main" val="2414637987"/>
      </p:ext>
    </p:extLst>
  </p:cSld>
  <p:clrMap bg1="lt1" tx1="dk1" bg2="lt2" tx2="dk2" accent1="accent1" accent2="accent2" accent3="accent3" accent4="accent4" accent5="accent5" accent6="accent6" hlink="hlink" folHlink="folHlink"/>
  <p:notesStyle>
    <a:lvl1pPr marL="0" algn="l" defTabSz="4388900" rtl="0" eaLnBrk="1" latinLnBrk="0" hangingPunct="1">
      <a:defRPr sz="5800" kern="1200">
        <a:solidFill>
          <a:schemeClr val="tx1"/>
        </a:solidFill>
        <a:latin typeface="+mn-lt"/>
        <a:ea typeface="+mn-ea"/>
        <a:cs typeface="+mn-cs"/>
      </a:defRPr>
    </a:lvl1pPr>
    <a:lvl2pPr marL="2194451" algn="l" defTabSz="4388900" rtl="0" eaLnBrk="1" latinLnBrk="0" hangingPunct="1">
      <a:defRPr sz="5800" kern="1200">
        <a:solidFill>
          <a:schemeClr val="tx1"/>
        </a:solidFill>
        <a:latin typeface="+mn-lt"/>
        <a:ea typeface="+mn-ea"/>
        <a:cs typeface="+mn-cs"/>
      </a:defRPr>
    </a:lvl2pPr>
    <a:lvl3pPr marL="4388900" algn="l" defTabSz="4388900" rtl="0" eaLnBrk="1" latinLnBrk="0" hangingPunct="1">
      <a:defRPr sz="5800" kern="1200">
        <a:solidFill>
          <a:schemeClr val="tx1"/>
        </a:solidFill>
        <a:latin typeface="+mn-lt"/>
        <a:ea typeface="+mn-ea"/>
        <a:cs typeface="+mn-cs"/>
      </a:defRPr>
    </a:lvl3pPr>
    <a:lvl4pPr marL="6583351" algn="l" defTabSz="4388900" rtl="0" eaLnBrk="1" latinLnBrk="0" hangingPunct="1">
      <a:defRPr sz="5800" kern="1200">
        <a:solidFill>
          <a:schemeClr val="tx1"/>
        </a:solidFill>
        <a:latin typeface="+mn-lt"/>
        <a:ea typeface="+mn-ea"/>
        <a:cs typeface="+mn-cs"/>
      </a:defRPr>
    </a:lvl4pPr>
    <a:lvl5pPr marL="8777801" algn="l" defTabSz="4388900" rtl="0" eaLnBrk="1" latinLnBrk="0" hangingPunct="1">
      <a:defRPr sz="5800" kern="1200">
        <a:solidFill>
          <a:schemeClr val="tx1"/>
        </a:solidFill>
        <a:latin typeface="+mn-lt"/>
        <a:ea typeface="+mn-ea"/>
        <a:cs typeface="+mn-cs"/>
      </a:defRPr>
    </a:lvl5pPr>
    <a:lvl6pPr marL="10972252" algn="l" defTabSz="4388900" rtl="0" eaLnBrk="1" latinLnBrk="0" hangingPunct="1">
      <a:defRPr sz="5800" kern="1200">
        <a:solidFill>
          <a:schemeClr val="tx1"/>
        </a:solidFill>
        <a:latin typeface="+mn-lt"/>
        <a:ea typeface="+mn-ea"/>
        <a:cs typeface="+mn-cs"/>
      </a:defRPr>
    </a:lvl6pPr>
    <a:lvl7pPr marL="13166703" algn="l" defTabSz="4388900" rtl="0" eaLnBrk="1" latinLnBrk="0" hangingPunct="1">
      <a:defRPr sz="5800" kern="1200">
        <a:solidFill>
          <a:schemeClr val="tx1"/>
        </a:solidFill>
        <a:latin typeface="+mn-lt"/>
        <a:ea typeface="+mn-ea"/>
        <a:cs typeface="+mn-cs"/>
      </a:defRPr>
    </a:lvl7pPr>
    <a:lvl8pPr marL="15361152" algn="l" defTabSz="4388900" rtl="0" eaLnBrk="1" latinLnBrk="0" hangingPunct="1">
      <a:defRPr sz="5800" kern="1200">
        <a:solidFill>
          <a:schemeClr val="tx1"/>
        </a:solidFill>
        <a:latin typeface="+mn-lt"/>
        <a:ea typeface="+mn-ea"/>
        <a:cs typeface="+mn-cs"/>
      </a:defRPr>
    </a:lvl8pPr>
    <a:lvl9pPr marL="17555603" algn="l" defTabSz="4388900" rtl="0" eaLnBrk="1" latinLnBrk="0" hangingPunct="1">
      <a:defRPr sz="58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One center panel">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922655" y="11437171"/>
            <a:ext cx="9144000" cy="954085"/>
          </a:xfrm>
          <a:prstGeom prst="rect">
            <a:avLst/>
          </a:prstGeom>
        </p:spPr>
        <p:txBody>
          <a:bodyPr wrap="square" lIns="228589" tIns="228589" rIns="228589" bIns="228589">
            <a:noAutofit/>
          </a:bodyPr>
          <a:lstStyle>
            <a:lvl1pPr marL="0" indent="0">
              <a:buNone/>
              <a:defRPr sz="3200">
                <a:solidFill>
                  <a:schemeClr val="tx2"/>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922655" y="10536019"/>
            <a:ext cx="9144000" cy="800211"/>
          </a:xfrm>
          <a:prstGeom prst="rect">
            <a:avLst/>
          </a:prstGeom>
          <a:noFill/>
        </p:spPr>
        <p:txBody>
          <a:bodyPr wrap="square" lIns="91436" tIns="91436" rIns="91436" bIns="91436" anchor="ctr" anchorCtr="0">
            <a:noAutofit/>
          </a:bodyPr>
          <a:lstStyle>
            <a:lvl1pPr marL="0" indent="0" algn="l">
              <a:buNone/>
              <a:defRPr sz="4000" b="1" u="sng" baseline="0">
                <a:solidFill>
                  <a:schemeClr val="accent6"/>
                </a:solidFill>
              </a:defRPr>
            </a:lvl1pPr>
          </a:lstStyle>
          <a:p>
            <a:pPr lvl="0"/>
            <a:r>
              <a:rPr lang="en-US" dirty="0"/>
              <a:t>(click to edit) INTRODUCTION</a:t>
            </a:r>
          </a:p>
        </p:txBody>
      </p:sp>
      <p:sp>
        <p:nvSpPr>
          <p:cNvPr id="20" name="Text Placeholder 5"/>
          <p:cNvSpPr>
            <a:spLocks noGrp="1"/>
          </p:cNvSpPr>
          <p:nvPr>
            <p:ph type="body" sz="quarter" idx="20" hasCustomPrompt="1"/>
          </p:nvPr>
        </p:nvSpPr>
        <p:spPr>
          <a:xfrm>
            <a:off x="922655" y="16651976"/>
            <a:ext cx="9144000" cy="800211"/>
          </a:xfrm>
          <a:prstGeom prst="rect">
            <a:avLst/>
          </a:prstGeom>
          <a:noFill/>
        </p:spPr>
        <p:txBody>
          <a:bodyPr wrap="square" lIns="91436" tIns="91436" rIns="91436" bIns="91436" anchor="ctr" anchorCtr="0">
            <a:noAutofit/>
          </a:bodyPr>
          <a:lstStyle>
            <a:lvl1pPr marL="0" indent="0" algn="l">
              <a:buNone/>
              <a:defRPr sz="4000" b="1" u="sng" baseline="0">
                <a:solidFill>
                  <a:schemeClr val="accent6"/>
                </a:solidFill>
              </a:defRPr>
            </a:lvl1pPr>
          </a:lstStyle>
          <a:p>
            <a:pPr lvl="0"/>
            <a:r>
              <a:rPr lang="en-US" dirty="0"/>
              <a:t>(click to edit) OBJECTIVES</a:t>
            </a:r>
          </a:p>
        </p:txBody>
      </p:sp>
      <p:sp>
        <p:nvSpPr>
          <p:cNvPr id="27" name="Text Placeholder 5"/>
          <p:cNvSpPr>
            <a:spLocks noGrp="1"/>
          </p:cNvSpPr>
          <p:nvPr>
            <p:ph type="body" sz="quarter" idx="27" hasCustomPrompt="1"/>
          </p:nvPr>
        </p:nvSpPr>
        <p:spPr>
          <a:xfrm>
            <a:off x="922655" y="23497257"/>
            <a:ext cx="9144000" cy="800211"/>
          </a:xfrm>
          <a:prstGeom prst="rect">
            <a:avLst/>
          </a:prstGeom>
          <a:noFill/>
        </p:spPr>
        <p:txBody>
          <a:bodyPr wrap="square" lIns="91436" tIns="91436" rIns="91436" bIns="91436" anchor="ctr" anchorCtr="0">
            <a:noAutofit/>
          </a:bodyPr>
          <a:lstStyle>
            <a:lvl1pPr marL="0" indent="0" algn="l">
              <a:buNone/>
              <a:defRPr sz="4000" b="1" u="sng" baseline="0">
                <a:solidFill>
                  <a:schemeClr val="accent6"/>
                </a:solidFill>
              </a:defRPr>
            </a:lvl1pPr>
          </a:lstStyle>
          <a:p>
            <a:pPr lvl="0"/>
            <a:r>
              <a:rPr lang="en-US" dirty="0"/>
              <a:t>(click to edit) METHODS</a:t>
            </a:r>
          </a:p>
        </p:txBody>
      </p:sp>
      <p:sp>
        <p:nvSpPr>
          <p:cNvPr id="28" name="Text Placeholder 3"/>
          <p:cNvSpPr>
            <a:spLocks noGrp="1"/>
          </p:cNvSpPr>
          <p:nvPr>
            <p:ph type="body" sz="quarter" idx="28" hasCustomPrompt="1"/>
          </p:nvPr>
        </p:nvSpPr>
        <p:spPr>
          <a:xfrm>
            <a:off x="922655" y="24370271"/>
            <a:ext cx="9144000" cy="954085"/>
          </a:xfrm>
          <a:prstGeom prst="rect">
            <a:avLst/>
          </a:prstGeom>
        </p:spPr>
        <p:txBody>
          <a:bodyPr wrap="square" lIns="228589" tIns="228589" rIns="228589" bIns="228589">
            <a:noAutofit/>
          </a:bodyPr>
          <a:lstStyle>
            <a:lvl1pPr marL="0" indent="0">
              <a:buNone/>
              <a:defRPr sz="3200">
                <a:solidFill>
                  <a:schemeClr val="tx2"/>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33832800" y="21054422"/>
            <a:ext cx="9144000" cy="800211"/>
          </a:xfrm>
          <a:prstGeom prst="rect">
            <a:avLst/>
          </a:prstGeom>
          <a:noFill/>
        </p:spPr>
        <p:txBody>
          <a:bodyPr wrap="square" lIns="91436" tIns="91436" rIns="91436" bIns="91436" anchor="ctr" anchorCtr="0">
            <a:spAutoFit/>
          </a:bodyPr>
          <a:lstStyle>
            <a:lvl1pPr marL="0" indent="0" algn="l">
              <a:buNone/>
              <a:defRPr sz="4000" b="1" u="sng" baseline="0">
                <a:solidFill>
                  <a:schemeClr val="accent6"/>
                </a:solidFill>
              </a:defRPr>
            </a:lvl1pPr>
          </a:lstStyle>
          <a:p>
            <a:pPr lvl="0"/>
            <a:r>
              <a:rPr lang="en-US" dirty="0"/>
              <a:t>(click to edit) DISCUSSION</a:t>
            </a:r>
          </a:p>
        </p:txBody>
      </p:sp>
      <p:sp>
        <p:nvSpPr>
          <p:cNvPr id="30" name="Text Placeholder 3"/>
          <p:cNvSpPr>
            <a:spLocks noGrp="1"/>
          </p:cNvSpPr>
          <p:nvPr>
            <p:ph type="body" sz="quarter" idx="30" hasCustomPrompt="1"/>
          </p:nvPr>
        </p:nvSpPr>
        <p:spPr>
          <a:xfrm>
            <a:off x="33832800" y="21943081"/>
            <a:ext cx="9144000" cy="954085"/>
          </a:xfrm>
          <a:prstGeom prst="rect">
            <a:avLst/>
          </a:prstGeom>
        </p:spPr>
        <p:txBody>
          <a:bodyPr wrap="square" lIns="228589" tIns="228589" rIns="228589" bIns="228589">
            <a:spAutoFit/>
          </a:bodyPr>
          <a:lstStyle>
            <a:lvl1pPr marL="0" indent="0">
              <a:buNone/>
              <a:defRPr sz="3200">
                <a:solidFill>
                  <a:schemeClr val="tx2"/>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922655" y="17487478"/>
            <a:ext cx="9144000" cy="954085"/>
          </a:xfrm>
          <a:prstGeom prst="rect">
            <a:avLst/>
          </a:prstGeom>
        </p:spPr>
        <p:txBody>
          <a:bodyPr wrap="square" lIns="228589" tIns="228589" rIns="228589" bIns="228589">
            <a:noAutofit/>
          </a:bodyPr>
          <a:lstStyle>
            <a:lvl1pPr marL="0" indent="0">
              <a:buNone/>
              <a:defRPr sz="3200">
                <a:solidFill>
                  <a:schemeClr val="tx2"/>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19" name="Text Placeholder 76">
            <a:extLst>
              <a:ext uri="{FF2B5EF4-FFF2-40B4-BE49-F238E27FC236}">
                <a16:creationId xmlns:a16="http://schemas.microsoft.com/office/drawing/2014/main" id="{39341BEA-C18B-D84F-BDF6-0D7ACC1C6D4D}"/>
              </a:ext>
            </a:extLst>
          </p:cNvPr>
          <p:cNvSpPr>
            <a:spLocks noGrp="1"/>
          </p:cNvSpPr>
          <p:nvPr>
            <p:ph type="body" sz="quarter" idx="154" hasCustomPrompt="1"/>
          </p:nvPr>
        </p:nvSpPr>
        <p:spPr>
          <a:xfrm>
            <a:off x="12801600" y="3623071"/>
            <a:ext cx="17415164" cy="10310515"/>
          </a:xfrm>
          <a:prstGeom prst="rect">
            <a:avLst/>
          </a:prstGeom>
        </p:spPr>
        <p:txBody>
          <a:bodyPr wrap="square" anchor="t" anchorCtr="0">
            <a:spAutoFit/>
          </a:bodyPr>
          <a:lstStyle>
            <a:lvl1pPr marL="0" indent="0" algn="l">
              <a:buFontTx/>
              <a:buNone/>
              <a:defRPr sz="16600" b="1">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main finding and bold the important words. </a:t>
            </a:r>
          </a:p>
        </p:txBody>
      </p:sp>
      <p:sp>
        <p:nvSpPr>
          <p:cNvPr id="3" name="Picture Placeholder 2">
            <a:extLst>
              <a:ext uri="{FF2B5EF4-FFF2-40B4-BE49-F238E27FC236}">
                <a16:creationId xmlns:a16="http://schemas.microsoft.com/office/drawing/2014/main" id="{2820FECF-07FB-3A41-BC12-56DDFB07BC68}"/>
              </a:ext>
            </a:extLst>
          </p:cNvPr>
          <p:cNvSpPr>
            <a:spLocks noGrp="1"/>
          </p:cNvSpPr>
          <p:nvPr>
            <p:ph type="pic" sz="quarter" idx="155" hasCustomPrompt="1"/>
          </p:nvPr>
        </p:nvSpPr>
        <p:spPr>
          <a:xfrm>
            <a:off x="21945600" y="22596764"/>
            <a:ext cx="8229600" cy="8229600"/>
          </a:xfrm>
          <a:prstGeom prst="rect">
            <a:avLst/>
          </a:prstGeom>
        </p:spPr>
        <p:txBody>
          <a:bodyPr anchor="ctr" anchorCtr="0"/>
          <a:lstStyle>
            <a:lvl1pPr marL="0" indent="0" algn="ctr">
              <a:buNone/>
              <a:defRPr sz="8800">
                <a:solidFill>
                  <a:schemeClr val="accent4"/>
                </a:solidFill>
              </a:defRPr>
            </a:lvl1pPr>
          </a:lstStyle>
          <a:p>
            <a:r>
              <a:rPr lang="en-US" dirty="0"/>
              <a:t>CLICK TO ADD</a:t>
            </a:r>
            <a:br>
              <a:rPr lang="en-US" dirty="0"/>
            </a:br>
            <a:r>
              <a:rPr lang="en-US" dirty="0"/>
              <a:t>QR CODE</a:t>
            </a:r>
          </a:p>
        </p:txBody>
      </p:sp>
      <p:sp>
        <p:nvSpPr>
          <p:cNvPr id="33" name="Text Placeholder 76">
            <a:extLst>
              <a:ext uri="{FF2B5EF4-FFF2-40B4-BE49-F238E27FC236}">
                <a16:creationId xmlns:a16="http://schemas.microsoft.com/office/drawing/2014/main" id="{C3EDF8A5-5EC9-9F46-AD02-0DD438ABACEB}"/>
              </a:ext>
            </a:extLst>
          </p:cNvPr>
          <p:cNvSpPr>
            <a:spLocks noGrp="1"/>
          </p:cNvSpPr>
          <p:nvPr>
            <p:ph type="body" sz="quarter" idx="157" hasCustomPrompt="1"/>
          </p:nvPr>
        </p:nvSpPr>
        <p:spPr>
          <a:xfrm>
            <a:off x="922655" y="4813942"/>
            <a:ext cx="9144000" cy="1415764"/>
          </a:xfrm>
          <a:prstGeom prst="rect">
            <a:avLst/>
          </a:prstGeom>
        </p:spPr>
        <p:txBody>
          <a:bodyPr anchor="t" anchorCtr="0">
            <a:noAutofit/>
          </a:bodyPr>
          <a:lstStyle>
            <a:lvl1pPr marL="0" indent="0" algn="l">
              <a:buFontTx/>
              <a:buNone/>
              <a:defRPr sz="4400" b="1">
                <a:solidFill>
                  <a:schemeClr val="tx2"/>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16" name="Text Placeholder 76">
            <a:extLst>
              <a:ext uri="{FF2B5EF4-FFF2-40B4-BE49-F238E27FC236}">
                <a16:creationId xmlns:a16="http://schemas.microsoft.com/office/drawing/2014/main" id="{E059DE55-23FB-40D6-B25C-2019A3DA5127}"/>
              </a:ext>
            </a:extLst>
          </p:cNvPr>
          <p:cNvSpPr>
            <a:spLocks noGrp="1"/>
          </p:cNvSpPr>
          <p:nvPr>
            <p:ph type="body" sz="quarter" idx="158" hasCustomPrompt="1"/>
          </p:nvPr>
        </p:nvSpPr>
        <p:spPr>
          <a:xfrm>
            <a:off x="922655" y="6295122"/>
            <a:ext cx="9144000" cy="1415764"/>
          </a:xfrm>
          <a:prstGeom prst="rect">
            <a:avLst/>
          </a:prstGeom>
        </p:spPr>
        <p:txBody>
          <a:bodyPr anchor="t" anchorCtr="0">
            <a:noAutofit/>
          </a:bodyPr>
          <a:lstStyle>
            <a:lvl1pPr marL="0" indent="0" algn="l">
              <a:buFontTx/>
              <a:buNone/>
              <a:defRPr sz="3600" b="1">
                <a:solidFill>
                  <a:schemeClr val="tx2"/>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24" name="Text Placeholder 5">
            <a:extLst>
              <a:ext uri="{FF2B5EF4-FFF2-40B4-BE49-F238E27FC236}">
                <a16:creationId xmlns:a16="http://schemas.microsoft.com/office/drawing/2014/main" id="{0497EC54-FB74-484D-9FCA-D9C6FC1CA62A}"/>
              </a:ext>
            </a:extLst>
          </p:cNvPr>
          <p:cNvSpPr>
            <a:spLocks noGrp="1"/>
          </p:cNvSpPr>
          <p:nvPr>
            <p:ph type="body" sz="quarter" idx="163" hasCustomPrompt="1"/>
          </p:nvPr>
        </p:nvSpPr>
        <p:spPr>
          <a:xfrm>
            <a:off x="33874364" y="1980769"/>
            <a:ext cx="9144000" cy="800211"/>
          </a:xfrm>
          <a:prstGeom prst="rect">
            <a:avLst/>
          </a:prstGeom>
          <a:noFill/>
        </p:spPr>
        <p:txBody>
          <a:bodyPr wrap="square" lIns="91436" tIns="91436" rIns="91436" bIns="91436" anchor="ctr" anchorCtr="0">
            <a:spAutoFit/>
          </a:bodyPr>
          <a:lstStyle>
            <a:lvl1pPr marL="0" indent="0" algn="l">
              <a:buNone/>
              <a:defRPr sz="4000" b="1" u="sng" baseline="0">
                <a:solidFill>
                  <a:schemeClr val="accent6"/>
                </a:solidFill>
              </a:defRPr>
            </a:lvl1pPr>
          </a:lstStyle>
          <a:p>
            <a:pPr lvl="0"/>
            <a:r>
              <a:rPr lang="en-US" dirty="0"/>
              <a:t>(click to edit) RESULTS</a:t>
            </a:r>
          </a:p>
        </p:txBody>
      </p:sp>
      <p:sp>
        <p:nvSpPr>
          <p:cNvPr id="35" name="Text Placeholder 3">
            <a:extLst>
              <a:ext uri="{FF2B5EF4-FFF2-40B4-BE49-F238E27FC236}">
                <a16:creationId xmlns:a16="http://schemas.microsoft.com/office/drawing/2014/main" id="{0F431FB4-C853-4F1D-9F6B-229CD8B0B7C0}"/>
              </a:ext>
            </a:extLst>
          </p:cNvPr>
          <p:cNvSpPr>
            <a:spLocks noGrp="1"/>
          </p:cNvSpPr>
          <p:nvPr>
            <p:ph type="body" sz="quarter" idx="164" hasCustomPrompt="1"/>
          </p:nvPr>
        </p:nvSpPr>
        <p:spPr>
          <a:xfrm>
            <a:off x="33874364" y="2881932"/>
            <a:ext cx="9144000" cy="954085"/>
          </a:xfrm>
          <a:prstGeom prst="rect">
            <a:avLst/>
          </a:prstGeom>
        </p:spPr>
        <p:txBody>
          <a:bodyPr wrap="square" lIns="228589" tIns="228589" rIns="228589" bIns="228589">
            <a:noAutofit/>
          </a:bodyPr>
          <a:lstStyle>
            <a:lvl1pPr marL="0" indent="0">
              <a:buNone/>
              <a:defRPr sz="3200">
                <a:solidFill>
                  <a:schemeClr val="tx2"/>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Add Tables and Figures in this section.</a:t>
            </a:r>
          </a:p>
        </p:txBody>
      </p:sp>
      <p:sp>
        <p:nvSpPr>
          <p:cNvPr id="17" name="Text Placeholder 76">
            <a:extLst>
              <a:ext uri="{FF2B5EF4-FFF2-40B4-BE49-F238E27FC236}">
                <a16:creationId xmlns:a16="http://schemas.microsoft.com/office/drawing/2014/main" id="{867839B7-9592-41DD-AC2B-1D13362B9CEB}"/>
              </a:ext>
            </a:extLst>
          </p:cNvPr>
          <p:cNvSpPr>
            <a:spLocks noGrp="1"/>
          </p:cNvSpPr>
          <p:nvPr>
            <p:ph type="body" sz="quarter" idx="156" hasCustomPrompt="1"/>
          </p:nvPr>
        </p:nvSpPr>
        <p:spPr>
          <a:xfrm>
            <a:off x="922655" y="1925893"/>
            <a:ext cx="9144001" cy="2787107"/>
          </a:xfrm>
          <a:prstGeom prst="rect">
            <a:avLst/>
          </a:prstGeom>
        </p:spPr>
        <p:txBody>
          <a:bodyPr anchor="t" anchorCtr="0">
            <a:noAutofit/>
          </a:bodyPr>
          <a:lstStyle>
            <a:lvl1pPr marL="0" indent="0" algn="l">
              <a:buFontTx/>
              <a:buNone/>
              <a:defRPr sz="6600" b="1">
                <a:solidFill>
                  <a:schemeClr val="tx2"/>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Poster Title</a:t>
            </a:r>
          </a:p>
        </p:txBody>
      </p:sp>
    </p:spTree>
  </p:cSld>
  <p:clrMapOvr>
    <a:masterClrMapping/>
  </p:clrMapOvr>
  <p:extLst>
    <p:ext uri="{DCECCB84-F9BA-43D5-87BE-67443E8EF086}">
      <p15:sldGuideLst xmlns:p15="http://schemas.microsoft.com/office/powerpoint/2012/main">
        <p15:guide id="2" pos="6336" userDrawn="1">
          <p15:clr>
            <a:srgbClr val="FBAE40"/>
          </p15:clr>
        </p15:guide>
        <p15:guide id="3" pos="21312" userDrawn="1">
          <p15:clr>
            <a:srgbClr val="FBAE40"/>
          </p15:clr>
        </p15:guide>
        <p15:guide id="4" pos="20736" userDrawn="1">
          <p15:clr>
            <a:srgbClr val="FBAE40"/>
          </p15:clr>
        </p15:guide>
        <p15:guide id="5" pos="27072" userDrawn="1">
          <p15:clr>
            <a:srgbClr val="FBAE40"/>
          </p15:clr>
        </p15:guide>
        <p15:guide id="6" pos="6912" userDrawn="1">
          <p15:clr>
            <a:srgbClr val="FBAE40"/>
          </p15:clr>
        </p15:guide>
        <p15:guide id="7" pos="576" userDrawn="1">
          <p15:clr>
            <a:srgbClr val="FBAE40"/>
          </p15:clr>
        </p15:guide>
        <p15:guide id="9" orient="horz" pos="1224" userDrawn="1">
          <p15:clr>
            <a:srgbClr val="FBAE40"/>
          </p15:clr>
        </p15:guide>
        <p15:guide id="10" orient="horz" pos="1948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One center panel">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922655" y="11437171"/>
            <a:ext cx="9144000" cy="954085"/>
          </a:xfrm>
          <a:prstGeom prst="rect">
            <a:avLst/>
          </a:prstGeom>
        </p:spPr>
        <p:txBody>
          <a:bodyPr wrap="square" lIns="228589" tIns="228589" rIns="228589" bIns="228589">
            <a:noAutofit/>
          </a:bodyPr>
          <a:lstStyle>
            <a:lvl1pPr marL="0" indent="0">
              <a:buNone/>
              <a:defRPr sz="3200">
                <a:solidFill>
                  <a:schemeClr val="tx2"/>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922655" y="10536019"/>
            <a:ext cx="9144000" cy="800211"/>
          </a:xfrm>
          <a:prstGeom prst="rect">
            <a:avLst/>
          </a:prstGeom>
          <a:noFill/>
        </p:spPr>
        <p:txBody>
          <a:bodyPr wrap="square" lIns="91436" tIns="91436" rIns="91436" bIns="91436" anchor="ctr" anchorCtr="0">
            <a:noAutofit/>
          </a:bodyPr>
          <a:lstStyle>
            <a:lvl1pPr marL="0" indent="0" algn="l">
              <a:buNone/>
              <a:defRPr sz="4000" b="1" u="sng" baseline="0">
                <a:solidFill>
                  <a:schemeClr val="accent6"/>
                </a:solidFill>
              </a:defRPr>
            </a:lvl1pPr>
          </a:lstStyle>
          <a:p>
            <a:pPr lvl="0"/>
            <a:r>
              <a:rPr lang="en-US" dirty="0"/>
              <a:t>(click to edit) INTRODUCTION</a:t>
            </a:r>
          </a:p>
        </p:txBody>
      </p:sp>
      <p:sp>
        <p:nvSpPr>
          <p:cNvPr id="20" name="Text Placeholder 5"/>
          <p:cNvSpPr>
            <a:spLocks noGrp="1"/>
          </p:cNvSpPr>
          <p:nvPr>
            <p:ph type="body" sz="quarter" idx="20" hasCustomPrompt="1"/>
          </p:nvPr>
        </p:nvSpPr>
        <p:spPr>
          <a:xfrm>
            <a:off x="922655" y="16651976"/>
            <a:ext cx="9144000" cy="800211"/>
          </a:xfrm>
          <a:prstGeom prst="rect">
            <a:avLst/>
          </a:prstGeom>
          <a:noFill/>
        </p:spPr>
        <p:txBody>
          <a:bodyPr wrap="square" lIns="91436" tIns="91436" rIns="91436" bIns="91436" anchor="ctr" anchorCtr="0">
            <a:noAutofit/>
          </a:bodyPr>
          <a:lstStyle>
            <a:lvl1pPr marL="0" indent="0" algn="l">
              <a:buNone/>
              <a:defRPr sz="4000" b="1" u="sng" baseline="0">
                <a:solidFill>
                  <a:schemeClr val="accent6"/>
                </a:solidFill>
              </a:defRPr>
            </a:lvl1pPr>
          </a:lstStyle>
          <a:p>
            <a:pPr lvl="0"/>
            <a:r>
              <a:rPr lang="en-US" dirty="0"/>
              <a:t>(click to edit) OBJECTIVES</a:t>
            </a:r>
          </a:p>
        </p:txBody>
      </p:sp>
      <p:sp>
        <p:nvSpPr>
          <p:cNvPr id="27" name="Text Placeholder 5"/>
          <p:cNvSpPr>
            <a:spLocks noGrp="1"/>
          </p:cNvSpPr>
          <p:nvPr>
            <p:ph type="body" sz="quarter" idx="27" hasCustomPrompt="1"/>
          </p:nvPr>
        </p:nvSpPr>
        <p:spPr>
          <a:xfrm>
            <a:off x="922655" y="23497257"/>
            <a:ext cx="9144000" cy="800211"/>
          </a:xfrm>
          <a:prstGeom prst="rect">
            <a:avLst/>
          </a:prstGeom>
          <a:noFill/>
        </p:spPr>
        <p:txBody>
          <a:bodyPr wrap="square" lIns="91436" tIns="91436" rIns="91436" bIns="91436" anchor="ctr" anchorCtr="0">
            <a:noAutofit/>
          </a:bodyPr>
          <a:lstStyle>
            <a:lvl1pPr marL="0" indent="0" algn="l">
              <a:buNone/>
              <a:defRPr sz="4000" b="1" u="sng" baseline="0">
                <a:solidFill>
                  <a:schemeClr val="accent6"/>
                </a:solidFill>
              </a:defRPr>
            </a:lvl1pPr>
          </a:lstStyle>
          <a:p>
            <a:pPr lvl="0"/>
            <a:r>
              <a:rPr lang="en-US" dirty="0"/>
              <a:t>(click to edit) METHODS</a:t>
            </a:r>
          </a:p>
        </p:txBody>
      </p:sp>
      <p:sp>
        <p:nvSpPr>
          <p:cNvPr id="28" name="Text Placeholder 3"/>
          <p:cNvSpPr>
            <a:spLocks noGrp="1"/>
          </p:cNvSpPr>
          <p:nvPr>
            <p:ph type="body" sz="quarter" idx="28" hasCustomPrompt="1"/>
          </p:nvPr>
        </p:nvSpPr>
        <p:spPr>
          <a:xfrm>
            <a:off x="922655" y="24370271"/>
            <a:ext cx="9144000" cy="954085"/>
          </a:xfrm>
          <a:prstGeom prst="rect">
            <a:avLst/>
          </a:prstGeom>
        </p:spPr>
        <p:txBody>
          <a:bodyPr wrap="square" lIns="228589" tIns="228589" rIns="228589" bIns="228589">
            <a:noAutofit/>
          </a:bodyPr>
          <a:lstStyle>
            <a:lvl1pPr marL="0" indent="0">
              <a:buNone/>
              <a:defRPr sz="3200">
                <a:solidFill>
                  <a:schemeClr val="tx2"/>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33832800" y="21054422"/>
            <a:ext cx="9144000" cy="800211"/>
          </a:xfrm>
          <a:prstGeom prst="rect">
            <a:avLst/>
          </a:prstGeom>
          <a:noFill/>
        </p:spPr>
        <p:txBody>
          <a:bodyPr wrap="square" lIns="91436" tIns="91436" rIns="91436" bIns="91436" anchor="ctr" anchorCtr="0">
            <a:spAutoFit/>
          </a:bodyPr>
          <a:lstStyle>
            <a:lvl1pPr marL="0" indent="0" algn="l">
              <a:buNone/>
              <a:defRPr sz="4000" b="1" u="sng" baseline="0">
                <a:solidFill>
                  <a:schemeClr val="accent6"/>
                </a:solidFill>
              </a:defRPr>
            </a:lvl1pPr>
          </a:lstStyle>
          <a:p>
            <a:pPr lvl="0"/>
            <a:r>
              <a:rPr lang="en-US" dirty="0"/>
              <a:t>(click to edit) DISCUSSION</a:t>
            </a:r>
          </a:p>
        </p:txBody>
      </p:sp>
      <p:sp>
        <p:nvSpPr>
          <p:cNvPr id="30" name="Text Placeholder 3"/>
          <p:cNvSpPr>
            <a:spLocks noGrp="1"/>
          </p:cNvSpPr>
          <p:nvPr>
            <p:ph type="body" sz="quarter" idx="30" hasCustomPrompt="1"/>
          </p:nvPr>
        </p:nvSpPr>
        <p:spPr>
          <a:xfrm>
            <a:off x="33832800" y="21943081"/>
            <a:ext cx="9144000" cy="954085"/>
          </a:xfrm>
          <a:prstGeom prst="rect">
            <a:avLst/>
          </a:prstGeom>
        </p:spPr>
        <p:txBody>
          <a:bodyPr wrap="square" lIns="228589" tIns="228589" rIns="228589" bIns="228589">
            <a:spAutoFit/>
          </a:bodyPr>
          <a:lstStyle>
            <a:lvl1pPr marL="0" indent="0">
              <a:buNone/>
              <a:defRPr sz="3200">
                <a:solidFill>
                  <a:schemeClr val="tx2"/>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922655" y="17487478"/>
            <a:ext cx="9144000" cy="954085"/>
          </a:xfrm>
          <a:prstGeom prst="rect">
            <a:avLst/>
          </a:prstGeom>
        </p:spPr>
        <p:txBody>
          <a:bodyPr wrap="square" lIns="228589" tIns="228589" rIns="228589" bIns="228589">
            <a:noAutofit/>
          </a:bodyPr>
          <a:lstStyle>
            <a:lvl1pPr marL="0" indent="0">
              <a:buNone/>
              <a:defRPr sz="3200">
                <a:solidFill>
                  <a:schemeClr val="tx2"/>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19" name="Text Placeholder 76">
            <a:extLst>
              <a:ext uri="{FF2B5EF4-FFF2-40B4-BE49-F238E27FC236}">
                <a16:creationId xmlns:a16="http://schemas.microsoft.com/office/drawing/2014/main" id="{39341BEA-C18B-D84F-BDF6-0D7ACC1C6D4D}"/>
              </a:ext>
            </a:extLst>
          </p:cNvPr>
          <p:cNvSpPr>
            <a:spLocks noGrp="1"/>
          </p:cNvSpPr>
          <p:nvPr>
            <p:ph type="body" sz="quarter" idx="154" hasCustomPrompt="1"/>
          </p:nvPr>
        </p:nvSpPr>
        <p:spPr>
          <a:xfrm>
            <a:off x="12801600" y="3623071"/>
            <a:ext cx="17415164" cy="10310515"/>
          </a:xfrm>
          <a:prstGeom prst="rect">
            <a:avLst/>
          </a:prstGeom>
        </p:spPr>
        <p:txBody>
          <a:bodyPr wrap="square" anchor="t" anchorCtr="0">
            <a:spAutoFit/>
          </a:bodyPr>
          <a:lstStyle>
            <a:lvl1pPr marL="0" indent="0" algn="l">
              <a:buFontTx/>
              <a:buNone/>
              <a:defRPr sz="16600" b="1">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main finding and bold the important words. </a:t>
            </a:r>
          </a:p>
        </p:txBody>
      </p:sp>
      <p:sp>
        <p:nvSpPr>
          <p:cNvPr id="3" name="Picture Placeholder 2">
            <a:extLst>
              <a:ext uri="{FF2B5EF4-FFF2-40B4-BE49-F238E27FC236}">
                <a16:creationId xmlns:a16="http://schemas.microsoft.com/office/drawing/2014/main" id="{2820FECF-07FB-3A41-BC12-56DDFB07BC68}"/>
              </a:ext>
            </a:extLst>
          </p:cNvPr>
          <p:cNvSpPr>
            <a:spLocks noGrp="1"/>
          </p:cNvSpPr>
          <p:nvPr>
            <p:ph type="pic" sz="quarter" idx="155" hasCustomPrompt="1"/>
          </p:nvPr>
        </p:nvSpPr>
        <p:spPr>
          <a:xfrm>
            <a:off x="21945600" y="22596764"/>
            <a:ext cx="8229600" cy="8229600"/>
          </a:xfrm>
          <a:prstGeom prst="rect">
            <a:avLst/>
          </a:prstGeom>
        </p:spPr>
        <p:txBody>
          <a:bodyPr anchor="ctr" anchorCtr="0"/>
          <a:lstStyle>
            <a:lvl1pPr marL="0" indent="0" algn="ctr">
              <a:buNone/>
              <a:defRPr sz="8800">
                <a:solidFill>
                  <a:schemeClr val="accent4"/>
                </a:solidFill>
              </a:defRPr>
            </a:lvl1pPr>
          </a:lstStyle>
          <a:p>
            <a:r>
              <a:rPr lang="en-US" dirty="0"/>
              <a:t>CLICK TO ADD</a:t>
            </a:r>
            <a:br>
              <a:rPr lang="en-US" dirty="0"/>
            </a:br>
            <a:r>
              <a:rPr lang="en-US" dirty="0"/>
              <a:t>QR CODE</a:t>
            </a:r>
          </a:p>
        </p:txBody>
      </p:sp>
      <p:sp>
        <p:nvSpPr>
          <p:cNvPr id="33" name="Text Placeholder 76">
            <a:extLst>
              <a:ext uri="{FF2B5EF4-FFF2-40B4-BE49-F238E27FC236}">
                <a16:creationId xmlns:a16="http://schemas.microsoft.com/office/drawing/2014/main" id="{C3EDF8A5-5EC9-9F46-AD02-0DD438ABACEB}"/>
              </a:ext>
            </a:extLst>
          </p:cNvPr>
          <p:cNvSpPr>
            <a:spLocks noGrp="1"/>
          </p:cNvSpPr>
          <p:nvPr>
            <p:ph type="body" sz="quarter" idx="157" hasCustomPrompt="1"/>
          </p:nvPr>
        </p:nvSpPr>
        <p:spPr>
          <a:xfrm>
            <a:off x="922655" y="4813942"/>
            <a:ext cx="9144000" cy="1415764"/>
          </a:xfrm>
          <a:prstGeom prst="rect">
            <a:avLst/>
          </a:prstGeom>
        </p:spPr>
        <p:txBody>
          <a:bodyPr anchor="t" anchorCtr="0">
            <a:noAutofit/>
          </a:bodyPr>
          <a:lstStyle>
            <a:lvl1pPr marL="0" indent="0" algn="l">
              <a:buFontTx/>
              <a:buNone/>
              <a:defRPr sz="4400" b="1">
                <a:solidFill>
                  <a:schemeClr val="tx2"/>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16" name="Text Placeholder 76">
            <a:extLst>
              <a:ext uri="{FF2B5EF4-FFF2-40B4-BE49-F238E27FC236}">
                <a16:creationId xmlns:a16="http://schemas.microsoft.com/office/drawing/2014/main" id="{E059DE55-23FB-40D6-B25C-2019A3DA5127}"/>
              </a:ext>
            </a:extLst>
          </p:cNvPr>
          <p:cNvSpPr>
            <a:spLocks noGrp="1"/>
          </p:cNvSpPr>
          <p:nvPr>
            <p:ph type="body" sz="quarter" idx="158" hasCustomPrompt="1"/>
          </p:nvPr>
        </p:nvSpPr>
        <p:spPr>
          <a:xfrm>
            <a:off x="922655" y="6295122"/>
            <a:ext cx="9144000" cy="1415764"/>
          </a:xfrm>
          <a:prstGeom prst="rect">
            <a:avLst/>
          </a:prstGeom>
        </p:spPr>
        <p:txBody>
          <a:bodyPr anchor="t" anchorCtr="0">
            <a:noAutofit/>
          </a:bodyPr>
          <a:lstStyle>
            <a:lvl1pPr marL="0" indent="0" algn="l">
              <a:buFontTx/>
              <a:buNone/>
              <a:defRPr sz="3600" b="1">
                <a:solidFill>
                  <a:schemeClr val="tx2"/>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24" name="Text Placeholder 5">
            <a:extLst>
              <a:ext uri="{FF2B5EF4-FFF2-40B4-BE49-F238E27FC236}">
                <a16:creationId xmlns:a16="http://schemas.microsoft.com/office/drawing/2014/main" id="{0497EC54-FB74-484D-9FCA-D9C6FC1CA62A}"/>
              </a:ext>
            </a:extLst>
          </p:cNvPr>
          <p:cNvSpPr>
            <a:spLocks noGrp="1"/>
          </p:cNvSpPr>
          <p:nvPr>
            <p:ph type="body" sz="quarter" idx="163" hasCustomPrompt="1"/>
          </p:nvPr>
        </p:nvSpPr>
        <p:spPr>
          <a:xfrm>
            <a:off x="33874364" y="1980769"/>
            <a:ext cx="9144000" cy="800211"/>
          </a:xfrm>
          <a:prstGeom prst="rect">
            <a:avLst/>
          </a:prstGeom>
          <a:noFill/>
        </p:spPr>
        <p:txBody>
          <a:bodyPr wrap="square" lIns="91436" tIns="91436" rIns="91436" bIns="91436" anchor="ctr" anchorCtr="0">
            <a:spAutoFit/>
          </a:bodyPr>
          <a:lstStyle>
            <a:lvl1pPr marL="0" indent="0" algn="l">
              <a:buNone/>
              <a:defRPr sz="4000" b="1" u="sng" baseline="0">
                <a:solidFill>
                  <a:schemeClr val="accent6"/>
                </a:solidFill>
              </a:defRPr>
            </a:lvl1pPr>
          </a:lstStyle>
          <a:p>
            <a:pPr lvl="0"/>
            <a:r>
              <a:rPr lang="en-US" dirty="0"/>
              <a:t>(click to edit) RESULTS</a:t>
            </a:r>
          </a:p>
        </p:txBody>
      </p:sp>
      <p:sp>
        <p:nvSpPr>
          <p:cNvPr id="35" name="Text Placeholder 3">
            <a:extLst>
              <a:ext uri="{FF2B5EF4-FFF2-40B4-BE49-F238E27FC236}">
                <a16:creationId xmlns:a16="http://schemas.microsoft.com/office/drawing/2014/main" id="{0F431FB4-C853-4F1D-9F6B-229CD8B0B7C0}"/>
              </a:ext>
            </a:extLst>
          </p:cNvPr>
          <p:cNvSpPr>
            <a:spLocks noGrp="1"/>
          </p:cNvSpPr>
          <p:nvPr>
            <p:ph type="body" sz="quarter" idx="164" hasCustomPrompt="1"/>
          </p:nvPr>
        </p:nvSpPr>
        <p:spPr>
          <a:xfrm>
            <a:off x="33874364" y="2881932"/>
            <a:ext cx="9144000" cy="954085"/>
          </a:xfrm>
          <a:prstGeom prst="rect">
            <a:avLst/>
          </a:prstGeom>
        </p:spPr>
        <p:txBody>
          <a:bodyPr wrap="square" lIns="228589" tIns="228589" rIns="228589" bIns="228589">
            <a:noAutofit/>
          </a:bodyPr>
          <a:lstStyle>
            <a:lvl1pPr marL="0" indent="0">
              <a:buNone/>
              <a:defRPr sz="3200">
                <a:solidFill>
                  <a:schemeClr val="tx2"/>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Add Tables and Figures in this section.</a:t>
            </a:r>
          </a:p>
        </p:txBody>
      </p:sp>
      <p:sp>
        <p:nvSpPr>
          <p:cNvPr id="17" name="Text Placeholder 76">
            <a:extLst>
              <a:ext uri="{FF2B5EF4-FFF2-40B4-BE49-F238E27FC236}">
                <a16:creationId xmlns:a16="http://schemas.microsoft.com/office/drawing/2014/main" id="{867839B7-9592-41DD-AC2B-1D13362B9CEB}"/>
              </a:ext>
            </a:extLst>
          </p:cNvPr>
          <p:cNvSpPr>
            <a:spLocks noGrp="1"/>
          </p:cNvSpPr>
          <p:nvPr>
            <p:ph type="body" sz="quarter" idx="156" hasCustomPrompt="1"/>
          </p:nvPr>
        </p:nvSpPr>
        <p:spPr>
          <a:xfrm>
            <a:off x="922655" y="1925893"/>
            <a:ext cx="9144001" cy="2787107"/>
          </a:xfrm>
          <a:prstGeom prst="rect">
            <a:avLst/>
          </a:prstGeom>
        </p:spPr>
        <p:txBody>
          <a:bodyPr anchor="t" anchorCtr="0">
            <a:noAutofit/>
          </a:bodyPr>
          <a:lstStyle>
            <a:lvl1pPr marL="0" indent="0" algn="l">
              <a:buFontTx/>
              <a:buNone/>
              <a:defRPr sz="6600" b="1">
                <a:solidFill>
                  <a:schemeClr val="tx2"/>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Poster Title</a:t>
            </a:r>
          </a:p>
        </p:txBody>
      </p:sp>
    </p:spTree>
    <p:extLst>
      <p:ext uri="{BB962C8B-B14F-4D97-AF65-F5344CB8AC3E}">
        <p14:creationId xmlns:p14="http://schemas.microsoft.com/office/powerpoint/2010/main" val="1424487920"/>
      </p:ext>
    </p:extLst>
  </p:cSld>
  <p:clrMapOvr>
    <a:masterClrMapping/>
  </p:clrMapOvr>
  <p:extLst>
    <p:ext uri="{DCECCB84-F9BA-43D5-87BE-67443E8EF086}">
      <p15:sldGuideLst xmlns:p15="http://schemas.microsoft.com/office/powerpoint/2012/main">
        <p15:guide id="2" pos="6336">
          <p15:clr>
            <a:srgbClr val="FBAE40"/>
          </p15:clr>
        </p15:guide>
        <p15:guide id="3" pos="21312">
          <p15:clr>
            <a:srgbClr val="FBAE40"/>
          </p15:clr>
        </p15:guide>
        <p15:guide id="4" pos="20736">
          <p15:clr>
            <a:srgbClr val="FBAE40"/>
          </p15:clr>
        </p15:guide>
        <p15:guide id="5" pos="27072">
          <p15:clr>
            <a:srgbClr val="FBAE40"/>
          </p15:clr>
        </p15:guide>
        <p15:guide id="6" pos="6912">
          <p15:clr>
            <a:srgbClr val="FBAE40"/>
          </p15:clr>
        </p15:guide>
        <p15:guide id="7" pos="576">
          <p15:clr>
            <a:srgbClr val="FBAE40"/>
          </p15:clr>
        </p15:guide>
        <p15:guide id="9" orient="horz" pos="1224">
          <p15:clr>
            <a:srgbClr val="FBAE40"/>
          </p15:clr>
        </p15:guide>
        <p15:guide id="10" orient="horz" pos="19488">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png"/><Relationship Id="rId7" Type="http://schemas.openxmlformats.org/officeDocument/2006/relationships/hyperlink" Target="https://www.posterpresentations.com/how-to-change-the-research-poster-template-colors.html" TargetMode="External"/><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8.png"/><Relationship Id="rId5" Type="http://schemas.openxmlformats.org/officeDocument/2006/relationships/image" Target="../media/image3.png"/><Relationship Id="rId10" Type="http://schemas.openxmlformats.org/officeDocument/2006/relationships/image" Target="../media/image7.png"/><Relationship Id="rId4" Type="http://schemas.openxmlformats.org/officeDocument/2006/relationships/image" Target="../media/image2.png"/><Relationship Id="rId9" Type="http://schemas.openxmlformats.org/officeDocument/2006/relationships/image" Target="../media/image6.png"/></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2" name="Rectangle 41">
            <a:extLst>
              <a:ext uri="{FF2B5EF4-FFF2-40B4-BE49-F238E27FC236}">
                <a16:creationId xmlns:a16="http://schemas.microsoft.com/office/drawing/2014/main" id="{F896691F-3283-DE4D-A262-B7A29B5D85DD}"/>
              </a:ext>
            </a:extLst>
          </p:cNvPr>
          <p:cNvSpPr/>
          <p:nvPr userDrawn="1"/>
        </p:nvSpPr>
        <p:spPr>
          <a:xfrm>
            <a:off x="0" y="-4325"/>
            <a:ext cx="43891200" cy="32973465"/>
          </a:xfrm>
          <a:prstGeom prst="rect">
            <a:avLst/>
          </a:prstGeom>
          <a:solidFill>
            <a:schemeClr val="accent1">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 Box 14"/>
          <p:cNvSpPr txBox="1">
            <a:spLocks noChangeArrowheads="1"/>
          </p:cNvSpPr>
          <p:nvPr/>
        </p:nvSpPr>
        <p:spPr bwMode="auto">
          <a:xfrm>
            <a:off x="1567305" y="32390910"/>
            <a:ext cx="2514600" cy="336819"/>
          </a:xfrm>
          <a:prstGeom prst="rect">
            <a:avLst/>
          </a:prstGeom>
          <a:noFill/>
          <a:ln w="9525">
            <a:noFill/>
            <a:miter lim="800000"/>
            <a:headEnd/>
            <a:tailEnd/>
          </a:ln>
          <a:effectLst/>
        </p:spPr>
        <p:txBody>
          <a:bodyPr lIns="91263" tIns="45623" rIns="91263" bIns="45623">
            <a:spAutoFit/>
          </a:bodyPr>
          <a:lstStyle/>
          <a:p>
            <a:pPr eaLnBrk="0" hangingPunct="0">
              <a:lnSpc>
                <a:spcPct val="65000"/>
              </a:lnSpc>
              <a:spcBef>
                <a:spcPct val="50000"/>
              </a:spcBef>
              <a:defRPr/>
            </a:pPr>
            <a:r>
              <a:rPr lang="en-US" sz="500" b="1" dirty="0">
                <a:solidFill>
                  <a:schemeClr val="bg1">
                    <a:lumMod val="75000"/>
                  </a:schemeClr>
                </a:solidFill>
                <a:latin typeface="Arial" charset="0"/>
              </a:rPr>
              <a:t>RESEARCH POSTER PRESENTATION DESIGN © 2015</a:t>
            </a:r>
          </a:p>
          <a:p>
            <a:pPr eaLnBrk="0" hangingPunct="0">
              <a:lnSpc>
                <a:spcPct val="65000"/>
              </a:lnSpc>
              <a:spcBef>
                <a:spcPct val="50000"/>
              </a:spcBef>
              <a:defRPr/>
            </a:pPr>
            <a:r>
              <a:rPr lang="en-US" sz="1100" b="1" dirty="0">
                <a:solidFill>
                  <a:schemeClr val="bg1">
                    <a:lumMod val="75000"/>
                  </a:schemeClr>
                </a:solidFill>
                <a:latin typeface="Arial" charset="0"/>
              </a:rPr>
              <a:t>www.PosterPresentations.com</a:t>
            </a:r>
          </a:p>
        </p:txBody>
      </p:sp>
      <p:sp>
        <p:nvSpPr>
          <p:cNvPr id="33" name="Rectangle 32">
            <a:extLst>
              <a:ext uri="{FF2B5EF4-FFF2-40B4-BE49-F238E27FC236}">
                <a16:creationId xmlns:a16="http://schemas.microsoft.com/office/drawing/2014/main" id="{8B239566-0032-594E-87CC-F52C9841D2C1}"/>
              </a:ext>
            </a:extLst>
          </p:cNvPr>
          <p:cNvSpPr/>
          <p:nvPr userDrawn="1"/>
        </p:nvSpPr>
        <p:spPr>
          <a:xfrm>
            <a:off x="0" y="31902376"/>
            <a:ext cx="43891200" cy="102863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C85F28D0-47AE-074E-8801-CCC11808041B}"/>
              </a:ext>
            </a:extLst>
          </p:cNvPr>
          <p:cNvSpPr/>
          <p:nvPr userDrawn="1"/>
        </p:nvSpPr>
        <p:spPr>
          <a:xfrm>
            <a:off x="0" y="-4324"/>
            <a:ext cx="43891200" cy="102863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ounded Rectangle 34">
            <a:extLst>
              <a:ext uri="{FF2B5EF4-FFF2-40B4-BE49-F238E27FC236}">
                <a16:creationId xmlns:a16="http://schemas.microsoft.com/office/drawing/2014/main" id="{EE937E76-4906-974E-BFC4-59D3C8CF049E}"/>
              </a:ext>
            </a:extLst>
          </p:cNvPr>
          <p:cNvSpPr/>
          <p:nvPr userDrawn="1"/>
        </p:nvSpPr>
        <p:spPr>
          <a:xfrm>
            <a:off x="10972800" y="-4324"/>
            <a:ext cx="21945600" cy="32918400"/>
          </a:xfrm>
          <a:prstGeom prst="roundRect">
            <a:avLst>
              <a:gd name="adj" fmla="val 67"/>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978"/>
          </a:p>
        </p:txBody>
      </p:sp>
      <p:sp>
        <p:nvSpPr>
          <p:cNvPr id="40" name="Text Box 14">
            <a:extLst>
              <a:ext uri="{FF2B5EF4-FFF2-40B4-BE49-F238E27FC236}">
                <a16:creationId xmlns:a16="http://schemas.microsoft.com/office/drawing/2014/main" id="{C3373478-AEF9-754C-ABC7-23EC1B52CE0C}"/>
              </a:ext>
            </a:extLst>
          </p:cNvPr>
          <p:cNvSpPr txBox="1">
            <a:spLocks noChangeArrowheads="1"/>
          </p:cNvSpPr>
          <p:nvPr userDrawn="1"/>
        </p:nvSpPr>
        <p:spPr bwMode="auto">
          <a:xfrm>
            <a:off x="700676" y="32061839"/>
            <a:ext cx="8291482" cy="653921"/>
          </a:xfrm>
          <a:prstGeom prst="rect">
            <a:avLst/>
          </a:prstGeom>
          <a:noFill/>
          <a:ln w="9525">
            <a:noFill/>
            <a:miter lim="800000"/>
            <a:headEnd/>
            <a:tailEnd/>
          </a:ln>
          <a:effectLst/>
        </p:spPr>
        <p:txBody>
          <a:bodyPr wrap="square" lIns="259594" tIns="129774" rIns="259594" bIns="129774">
            <a:spAutoFit/>
          </a:bodyPr>
          <a:lstStyle/>
          <a:p>
            <a:pPr eaLnBrk="0" hangingPunct="0">
              <a:lnSpc>
                <a:spcPts val="772"/>
              </a:lnSpc>
              <a:spcBef>
                <a:spcPct val="50000"/>
              </a:spcBef>
              <a:defRPr/>
            </a:pPr>
            <a:r>
              <a:rPr lang="en-US" sz="1050" b="1" dirty="0">
                <a:solidFill>
                  <a:schemeClr val="bg1">
                    <a:lumMod val="50000"/>
                  </a:schemeClr>
                </a:solidFill>
                <a:latin typeface="Arial" charset="0"/>
              </a:rPr>
              <a:t>RESEARCH POSTER PRESENTATION TEMPLATE © 2019</a:t>
            </a:r>
          </a:p>
          <a:p>
            <a:pPr eaLnBrk="0" hangingPunct="0">
              <a:lnSpc>
                <a:spcPts val="772"/>
              </a:lnSpc>
              <a:spcBef>
                <a:spcPct val="50000"/>
              </a:spcBef>
              <a:defRPr/>
            </a:pPr>
            <a:r>
              <a:rPr lang="en-US" sz="2000" b="1" dirty="0">
                <a:solidFill>
                  <a:schemeClr val="bg1">
                    <a:lumMod val="50000"/>
                  </a:schemeClr>
                </a:solidFill>
                <a:latin typeface="Arial" charset="0"/>
              </a:rPr>
              <a:t>www.PosterPresentations.com</a:t>
            </a:r>
          </a:p>
        </p:txBody>
      </p:sp>
      <p:graphicFrame>
        <p:nvGraphicFramePr>
          <p:cNvPr id="60" name="Table 59">
            <a:extLst>
              <a:ext uri="{FF2B5EF4-FFF2-40B4-BE49-F238E27FC236}">
                <a16:creationId xmlns:a16="http://schemas.microsoft.com/office/drawing/2014/main" id="{C7BA96D5-2156-2D45-9020-DE8BBB03796F}"/>
              </a:ext>
            </a:extLst>
          </p:cNvPr>
          <p:cNvGraphicFramePr>
            <a:graphicFrameLocks noGrp="1"/>
          </p:cNvGraphicFramePr>
          <p:nvPr userDrawn="1">
            <p:extLst>
              <p:ext uri="{D42A27DB-BD31-4B8C-83A1-F6EECF244321}">
                <p14:modId xmlns:p14="http://schemas.microsoft.com/office/powerpoint/2010/main" val="677551763"/>
              </p:ext>
            </p:extLst>
          </p:nvPr>
        </p:nvGraphicFramePr>
        <p:xfrm>
          <a:off x="-10611120" y="14098"/>
          <a:ext cx="9776869" cy="32679220"/>
        </p:xfrm>
        <a:graphic>
          <a:graphicData uri="http://schemas.openxmlformats.org/drawingml/2006/table">
            <a:tbl>
              <a:tblPr firstRow="1" bandRow="1">
                <a:tableStyleId>{5C22544A-7EE6-4342-B048-85BDC9FD1C3A}</a:tableStyleId>
              </a:tblPr>
              <a:tblGrid>
                <a:gridCol w="4192245">
                  <a:extLst>
                    <a:ext uri="{9D8B030D-6E8A-4147-A177-3AD203B41FA5}">
                      <a16:colId xmlns:a16="http://schemas.microsoft.com/office/drawing/2014/main" val="20000"/>
                    </a:ext>
                  </a:extLst>
                </a:gridCol>
                <a:gridCol w="5584624">
                  <a:extLst>
                    <a:ext uri="{9D8B030D-6E8A-4147-A177-3AD203B41FA5}">
                      <a16:colId xmlns:a16="http://schemas.microsoft.com/office/drawing/2014/main" val="20001"/>
                    </a:ext>
                  </a:extLst>
                </a:gridCol>
              </a:tblGrid>
              <a:tr h="1329113">
                <a:tc gridSpan="2">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3600" b="0" spc="600" dirty="0">
                          <a:solidFill>
                            <a:srgbClr val="1F3A4E"/>
                          </a:solidFill>
                          <a:latin typeface="Arial Black" panose="020B0A04020102020204" pitchFamily="34" charset="0"/>
                        </a:rPr>
                        <a:t>QUICK START GUIDE</a:t>
                      </a:r>
                      <a:br>
                        <a:rPr lang="en-US" sz="3600" b="0" spc="600" dirty="0">
                          <a:solidFill>
                            <a:srgbClr val="1F3A4E"/>
                          </a:solidFill>
                          <a:latin typeface="Arial Black" panose="020B0A04020102020204" pitchFamily="34" charset="0"/>
                        </a:rPr>
                      </a:br>
                      <a:r>
                        <a:rPr lang="en-US" sz="2800" b="1" spc="0" dirty="0">
                          <a:solidFill>
                            <a:srgbClr val="FF0000"/>
                          </a:solidFill>
                          <a:latin typeface="Trebuchet MS" pitchFamily="34" charset="0"/>
                        </a:rPr>
                        <a:t>(THIS SIDEBAR WILL NOT PRINT)</a:t>
                      </a:r>
                      <a:endParaRPr lang="en-US" sz="3600" b="1" spc="600" dirty="0">
                        <a:solidFill>
                          <a:schemeClr val="bg1"/>
                        </a:solidFill>
                        <a:latin typeface="Trebuchet MS" pitchFamily="34" charset="0"/>
                      </a:endParaRPr>
                    </a:p>
                  </a:txBody>
                  <a:tcPr marL="182880" marT="137160">
                    <a:solidFill>
                      <a:srgbClr val="FFC000"/>
                    </a:solidFill>
                  </a:tcPr>
                </a:tc>
                <a:tc hMerge="1">
                  <a:txBody>
                    <a:bodyPr/>
                    <a:lstStyle/>
                    <a:p>
                      <a:endParaRPr lang="en-US" dirty="0"/>
                    </a:p>
                  </a:txBody>
                  <a:tcPr/>
                </a:tc>
                <a:extLst>
                  <a:ext uri="{0D108BD9-81ED-4DB2-BD59-A6C34878D82A}">
                    <a16:rowId xmlns:a16="http://schemas.microsoft.com/office/drawing/2014/main" val="10000"/>
                  </a:ext>
                </a:extLst>
              </a:tr>
              <a:tr h="4206624">
                <a:tc gridSpan="2">
                  <a:txBody>
                    <a:bodyPr/>
                    <a:lstStyle/>
                    <a:p>
                      <a:pPr defTabSz="3765639"/>
                      <a:r>
                        <a:rPr lang="en-US" sz="2000" i="0" dirty="0">
                          <a:solidFill>
                            <a:srgbClr val="D9D9D9"/>
                          </a:solidFill>
                          <a:latin typeface="Arial"/>
                          <a:cs typeface="Arial"/>
                        </a:rPr>
                        <a:t>This PowerPoint template produces a </a:t>
                      </a:r>
                      <a:r>
                        <a:rPr lang="en-US" sz="2000" i="0" dirty="0">
                          <a:solidFill>
                            <a:srgbClr val="FFC000"/>
                          </a:solidFill>
                          <a:latin typeface="Arial"/>
                          <a:cs typeface="Arial"/>
                        </a:rPr>
                        <a:t>36"x48" </a:t>
                      </a:r>
                      <a:r>
                        <a:rPr lang="en-US" sz="2000" i="0" dirty="0">
                          <a:solidFill>
                            <a:srgbClr val="D9D9D9"/>
                          </a:solidFill>
                          <a:latin typeface="Arial"/>
                          <a:cs typeface="Arial"/>
                        </a:rPr>
                        <a:t>presentation poster. You can use it to create your research poster by placing your title, subtitle, text, tables, charts and photos. </a:t>
                      </a:r>
                    </a:p>
                    <a:p>
                      <a:pPr defTabSz="3765639"/>
                      <a:endParaRPr lang="en-US" sz="2000" i="0" dirty="0">
                        <a:solidFill>
                          <a:srgbClr val="D9D9D9"/>
                        </a:solidFill>
                        <a:latin typeface="Arial"/>
                        <a:cs typeface="Arial"/>
                      </a:endParaRPr>
                    </a:p>
                    <a:p>
                      <a:pPr defTabSz="3765639"/>
                      <a:r>
                        <a:rPr lang="en-US" sz="2000" i="0" dirty="0">
                          <a:solidFill>
                            <a:srgbClr val="D9D9D9"/>
                          </a:solidFill>
                          <a:latin typeface="Arial"/>
                          <a:cs typeface="Arial"/>
                        </a:rPr>
                        <a:t>We provide a series of online tutorials that will guide you through the poster design process and answer your poster production questions. For complete template tutorials, go online to </a:t>
                      </a:r>
                      <a:r>
                        <a:rPr lang="en-US" sz="2000" i="0" dirty="0" err="1">
                          <a:solidFill>
                            <a:srgbClr val="FFC000"/>
                          </a:solidFill>
                          <a:latin typeface="Arial"/>
                          <a:cs typeface="Arial"/>
                        </a:rPr>
                        <a:t>PosterPresentations.com</a:t>
                      </a:r>
                      <a:r>
                        <a:rPr lang="en-US" sz="2000" i="0" dirty="0">
                          <a:solidFill>
                            <a:srgbClr val="D9D9D9"/>
                          </a:solidFill>
                          <a:latin typeface="Arial"/>
                          <a:cs typeface="Arial"/>
                        </a:rPr>
                        <a:t> and click on the  </a:t>
                      </a:r>
                      <a:r>
                        <a:rPr lang="en-US" sz="2000" i="0" dirty="0">
                          <a:solidFill>
                            <a:srgbClr val="FFC000"/>
                          </a:solidFill>
                          <a:latin typeface="Arial"/>
                          <a:cs typeface="Arial"/>
                        </a:rPr>
                        <a:t>HELP DESK</a:t>
                      </a:r>
                      <a:r>
                        <a:rPr lang="en-US" sz="2000" i="0" baseline="0" dirty="0">
                          <a:solidFill>
                            <a:srgbClr val="D9D9D9"/>
                          </a:solidFill>
                          <a:latin typeface="Arial"/>
                          <a:cs typeface="Arial"/>
                        </a:rPr>
                        <a:t> </a:t>
                      </a:r>
                      <a:r>
                        <a:rPr lang="en-US" sz="2000" i="0" dirty="0">
                          <a:solidFill>
                            <a:srgbClr val="D9D9D9"/>
                          </a:solidFill>
                          <a:latin typeface="Arial"/>
                          <a:cs typeface="Arial"/>
                        </a:rPr>
                        <a:t>tab.</a:t>
                      </a:r>
                    </a:p>
                    <a:p>
                      <a:pPr defTabSz="3765639"/>
                      <a:endParaRPr lang="en-US" sz="2000" i="0" dirty="0">
                        <a:solidFill>
                          <a:srgbClr val="D9D9D9"/>
                        </a:solidFill>
                        <a:latin typeface="Arial"/>
                        <a:cs typeface="Arial"/>
                      </a:endParaRPr>
                    </a:p>
                    <a:p>
                      <a:pPr defTabSz="3765639"/>
                      <a:r>
                        <a:rPr lang="en-US" sz="2000" i="0" dirty="0">
                          <a:solidFill>
                            <a:srgbClr val="D9D9D9"/>
                          </a:solidFill>
                          <a:latin typeface="Arial"/>
                          <a:cs typeface="Arial"/>
                        </a:rPr>
                        <a:t>To print your poster using our same-day professional printing service, go online to </a:t>
                      </a:r>
                      <a:r>
                        <a:rPr lang="en-US" sz="2000" i="0" dirty="0" err="1">
                          <a:solidFill>
                            <a:srgbClr val="FFC000"/>
                          </a:solidFill>
                          <a:latin typeface="Arial"/>
                          <a:cs typeface="Arial"/>
                        </a:rPr>
                        <a:t>PosterPresentations.com</a:t>
                      </a:r>
                      <a:r>
                        <a:rPr lang="en-US" sz="2000" i="0" dirty="0">
                          <a:solidFill>
                            <a:srgbClr val="D9D9D9"/>
                          </a:solidFill>
                          <a:latin typeface="Arial"/>
                          <a:cs typeface="Arial"/>
                        </a:rPr>
                        <a:t> and click on "</a:t>
                      </a:r>
                      <a:r>
                        <a:rPr lang="en-US" sz="2000" i="0" dirty="0">
                          <a:solidFill>
                            <a:srgbClr val="FFC000"/>
                          </a:solidFill>
                          <a:latin typeface="Arial"/>
                          <a:cs typeface="Arial"/>
                        </a:rPr>
                        <a:t>Order your poster</a:t>
                      </a:r>
                      <a:r>
                        <a:rPr lang="en-US" sz="2000" i="0" dirty="0">
                          <a:solidFill>
                            <a:srgbClr val="D9D9D9"/>
                          </a:solidFill>
                          <a:latin typeface="Arial"/>
                          <a:cs typeface="Arial"/>
                        </a:rPr>
                        <a:t>".</a:t>
                      </a:r>
                      <a:endParaRPr lang="en-US" sz="2000" b="1" dirty="0">
                        <a:solidFill>
                          <a:srgbClr val="D9D9D9"/>
                        </a:solidFill>
                        <a:latin typeface="Arial"/>
                        <a:cs typeface="Arial"/>
                      </a:endParaRPr>
                    </a:p>
                  </a:txBody>
                  <a:tcPr marL="182880" marT="137160">
                    <a:solidFill>
                      <a:srgbClr val="010101"/>
                    </a:solidFill>
                  </a:tcPr>
                </a:tc>
                <a:tc hMerge="1">
                  <a:txBody>
                    <a:bodyPr/>
                    <a:lstStyle/>
                    <a:p>
                      <a:pPr marL="0" indent="0" algn="l" defTabSz="114300"/>
                      <a:endParaRPr lang="en-US" sz="2400" b="0" baseline="0" dirty="0">
                        <a:solidFill>
                          <a:srgbClr val="FFC000"/>
                        </a:solidFill>
                        <a:latin typeface="Arial" panose="020B0604020202020204" pitchFamily="34" charset="0"/>
                        <a:cs typeface="Arial" panose="020B0604020202020204" pitchFamily="34" charset="0"/>
                      </a:endParaRPr>
                    </a:p>
                  </a:txBody>
                  <a:tcPr>
                    <a:solidFill>
                      <a:schemeClr val="tx1">
                        <a:lumMod val="95000"/>
                        <a:lumOff val="5000"/>
                      </a:schemeClr>
                    </a:solidFill>
                  </a:tcPr>
                </a:tc>
                <a:extLst>
                  <a:ext uri="{0D108BD9-81ED-4DB2-BD59-A6C34878D82A}">
                    <a16:rowId xmlns:a16="http://schemas.microsoft.com/office/drawing/2014/main" val="677555919"/>
                  </a:ext>
                </a:extLst>
              </a:tr>
              <a:tr h="4572417">
                <a:tc>
                  <a:txBody>
                    <a:bodyPr/>
                    <a:lstStyle/>
                    <a:p>
                      <a:pPr algn="ctr"/>
                      <a:endParaRPr lang="en-US" sz="2000" dirty="0">
                        <a:solidFill>
                          <a:srgbClr val="1F3A4E"/>
                        </a:solidFill>
                      </a:endParaRPr>
                    </a:p>
                    <a:p>
                      <a:pPr algn="ctr"/>
                      <a:endParaRPr lang="en-US" sz="2000" dirty="0">
                        <a:solidFill>
                          <a:srgbClr val="1F3A4E"/>
                        </a:solidFill>
                      </a:endParaRPr>
                    </a:p>
                    <a:p>
                      <a:pPr algn="ctr"/>
                      <a:r>
                        <a:rPr lang="en-US" sz="2000" dirty="0">
                          <a:solidFill>
                            <a:schemeClr val="bg1"/>
                          </a:solidFill>
                          <a:latin typeface="Arial" panose="020B0604020202020204" pitchFamily="34" charset="0"/>
                          <a:cs typeface="Arial" panose="020B0604020202020204" pitchFamily="34" charset="0"/>
                        </a:rPr>
                        <a:t>This is a template for a </a:t>
                      </a:r>
                    </a:p>
                    <a:p>
                      <a:pPr algn="ctr"/>
                      <a:r>
                        <a:rPr lang="en-US" sz="2000" dirty="0">
                          <a:solidFill>
                            <a:schemeClr val="bg1"/>
                          </a:solidFill>
                          <a:latin typeface="Arial" panose="020B0604020202020204" pitchFamily="34" charset="0"/>
                          <a:cs typeface="Arial" panose="020B0604020202020204" pitchFamily="34" charset="0"/>
                        </a:rPr>
                        <a:t>presentation poster</a:t>
                      </a:r>
                      <a:br>
                        <a:rPr lang="en-US" sz="2000" dirty="0">
                          <a:solidFill>
                            <a:schemeClr val="bg1"/>
                          </a:solidFill>
                          <a:latin typeface="Arial" panose="020B0604020202020204" pitchFamily="34" charset="0"/>
                          <a:cs typeface="Arial" panose="020B0604020202020204" pitchFamily="34" charset="0"/>
                        </a:rPr>
                      </a:br>
                      <a:r>
                        <a:rPr lang="en-US" sz="3600" b="1" dirty="0">
                          <a:solidFill>
                            <a:srgbClr val="FFC000"/>
                          </a:solidFill>
                          <a:latin typeface="Arial" panose="020B0604020202020204" pitchFamily="34" charset="0"/>
                          <a:cs typeface="Arial" panose="020B0604020202020204" pitchFamily="34" charset="0"/>
                        </a:rPr>
                        <a:t>36 inches tall</a:t>
                      </a:r>
                      <a:br>
                        <a:rPr lang="en-US" sz="3600" b="1" dirty="0">
                          <a:solidFill>
                            <a:srgbClr val="FFC000"/>
                          </a:solidFill>
                          <a:latin typeface="Arial" panose="020B0604020202020204" pitchFamily="34" charset="0"/>
                          <a:cs typeface="Arial" panose="020B0604020202020204" pitchFamily="34" charset="0"/>
                        </a:rPr>
                      </a:br>
                      <a:r>
                        <a:rPr lang="en-US" sz="3600" b="1" dirty="0">
                          <a:solidFill>
                            <a:srgbClr val="FFC000"/>
                          </a:solidFill>
                          <a:latin typeface="Arial" panose="020B0604020202020204" pitchFamily="34" charset="0"/>
                          <a:cs typeface="Arial" panose="020B0604020202020204" pitchFamily="34" charset="0"/>
                        </a:rPr>
                        <a:t>by</a:t>
                      </a:r>
                      <a:br>
                        <a:rPr lang="en-US" sz="3600" b="1" dirty="0">
                          <a:solidFill>
                            <a:srgbClr val="FFC000"/>
                          </a:solidFill>
                          <a:latin typeface="Arial" panose="020B0604020202020204" pitchFamily="34" charset="0"/>
                          <a:cs typeface="Arial" panose="020B0604020202020204" pitchFamily="34" charset="0"/>
                        </a:rPr>
                      </a:br>
                      <a:r>
                        <a:rPr lang="en-US" sz="3600" b="1" dirty="0">
                          <a:solidFill>
                            <a:srgbClr val="FFC000"/>
                          </a:solidFill>
                          <a:latin typeface="Arial" panose="020B0604020202020204" pitchFamily="34" charset="0"/>
                          <a:cs typeface="Arial" panose="020B0604020202020204" pitchFamily="34" charset="0"/>
                        </a:rPr>
                        <a:t>48 inches wide</a:t>
                      </a:r>
                      <a:br>
                        <a:rPr lang="en-US" sz="2000" dirty="0">
                          <a:solidFill>
                            <a:schemeClr val="bg1"/>
                          </a:solidFill>
                          <a:latin typeface="Arial" panose="020B0604020202020204" pitchFamily="34" charset="0"/>
                          <a:cs typeface="Arial" panose="020B0604020202020204" pitchFamily="34" charset="0"/>
                        </a:rPr>
                      </a:br>
                      <a:endParaRPr lang="en-US" sz="2000" dirty="0">
                        <a:solidFill>
                          <a:srgbClr val="1F3A4E"/>
                        </a:solidFill>
                      </a:endParaRPr>
                    </a:p>
                  </a:txBody>
                  <a:tcPr>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2400" b="1" baseline="0" dirty="0">
                          <a:solidFill>
                            <a:srgbClr val="FFC000"/>
                          </a:solidFill>
                          <a:latin typeface="Arial" panose="020B0604020202020204" pitchFamily="34" charset="0"/>
                          <a:cs typeface="Arial" panose="020B0604020202020204" pitchFamily="34" charset="0"/>
                        </a:rPr>
                        <a:t>Important: Check the template size</a:t>
                      </a:r>
                      <a:br>
                        <a:rPr lang="en-US" sz="2000" b="0" baseline="0" dirty="0">
                          <a:solidFill>
                            <a:srgbClr val="FFC000"/>
                          </a:solidFill>
                          <a:latin typeface="Arial" panose="020B0604020202020204" pitchFamily="34" charset="0"/>
                          <a:cs typeface="Arial" panose="020B0604020202020204" pitchFamily="34" charset="0"/>
                        </a:rPr>
                      </a:br>
                      <a:r>
                        <a:rPr lang="en-US" sz="2000" b="0" baseline="0" dirty="0">
                          <a:solidFill>
                            <a:srgbClr val="D9D9D9"/>
                          </a:solidFill>
                          <a:latin typeface="Arial" panose="020B0604020202020204" pitchFamily="34" charset="0"/>
                          <a:cs typeface="Arial" panose="020B0604020202020204" pitchFamily="34" charset="0"/>
                        </a:rPr>
                        <a:t>Before you start working on your poster and to avoid printing problems check that you have downloaded and that you are using the correct size template for your poster presentation.</a:t>
                      </a:r>
                      <a:br>
                        <a:rPr lang="en-US" sz="2000" b="0" baseline="0" dirty="0">
                          <a:solidFill>
                            <a:srgbClr val="D9D9D9"/>
                          </a:solidFill>
                          <a:latin typeface="Arial" panose="020B0604020202020204" pitchFamily="34" charset="0"/>
                          <a:cs typeface="Arial" panose="020B0604020202020204" pitchFamily="34" charset="0"/>
                        </a:rPr>
                      </a:br>
                      <a:r>
                        <a:rPr lang="en-US" sz="2000" b="0" baseline="0" dirty="0">
                          <a:solidFill>
                            <a:srgbClr val="D9D9D9"/>
                          </a:solidFill>
                          <a:latin typeface="Arial" panose="020B0604020202020204" pitchFamily="34" charset="0"/>
                          <a:cs typeface="Arial" panose="020B0604020202020204" pitchFamily="34" charset="0"/>
                        </a:rPr>
                        <a:t>This template can also be printed at the following sizes without distortion and without any additional formatting:</a:t>
                      </a:r>
                      <a:br>
                        <a:rPr lang="en-US" sz="2000" b="0" baseline="0" dirty="0">
                          <a:solidFill>
                            <a:srgbClr val="D9D9D9"/>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30 tall x 40 wide</a:t>
                      </a:r>
                      <a:br>
                        <a:rPr lang="en-US" sz="2000" b="0" baseline="0" dirty="0">
                          <a:solidFill>
                            <a:srgbClr val="FFC000"/>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42 tall x 56 wide</a:t>
                      </a:r>
                      <a:br>
                        <a:rPr lang="en-US" sz="2000" b="0" baseline="0" dirty="0">
                          <a:solidFill>
                            <a:srgbClr val="FFC000"/>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48 tall x 64 wide</a:t>
                      </a:r>
                    </a:p>
                  </a:txBody>
                  <a:tcPr marL="182880" marT="137160">
                    <a:solidFill>
                      <a:srgbClr val="010101"/>
                    </a:solidFill>
                  </a:tcPr>
                </a:tc>
                <a:extLst>
                  <a:ext uri="{0D108BD9-81ED-4DB2-BD59-A6C34878D82A}">
                    <a16:rowId xmlns:a16="http://schemas.microsoft.com/office/drawing/2014/main" val="10008"/>
                  </a:ext>
                </a:extLst>
              </a:tr>
              <a:tr h="4288692">
                <a:tc>
                  <a:txBody>
                    <a:bodyPr/>
                    <a:lstStyle/>
                    <a:p>
                      <a:endParaRPr lang="en-US" sz="2000" dirty="0">
                        <a:solidFill>
                          <a:srgbClr val="1F3A4E"/>
                        </a:solidFill>
                      </a:endParaRPr>
                    </a:p>
                  </a:txBody>
                  <a:tcPr>
                    <a:blipFill rotWithShape="1">
                      <a:blip r:embed="rId3"/>
                      <a:stretch>
                        <a:fillRect/>
                      </a:stretch>
                    </a:blipFill>
                  </a:tcPr>
                </a:tc>
                <a:tc>
                  <a:txBody>
                    <a:bodyPr/>
                    <a:lstStyle/>
                    <a:p>
                      <a:pPr algn="l"/>
                      <a:r>
                        <a:rPr lang="en-US" sz="2400" b="1" baseline="0" dirty="0">
                          <a:solidFill>
                            <a:srgbClr val="FFC000"/>
                          </a:solidFill>
                          <a:latin typeface="Arial" panose="020B0604020202020204" pitchFamily="34" charset="0"/>
                          <a:cs typeface="Arial" panose="020B0604020202020204" pitchFamily="34" charset="0"/>
                        </a:rPr>
                        <a:t>How to </a:t>
                      </a:r>
                      <a:r>
                        <a:rPr lang="en-US" sz="4000" b="1" baseline="0" dirty="0">
                          <a:solidFill>
                            <a:srgbClr val="FFC000"/>
                          </a:solidFill>
                          <a:latin typeface="Arial" panose="020B0604020202020204" pitchFamily="34" charset="0"/>
                          <a:cs typeface="Arial" panose="020B0604020202020204" pitchFamily="34" charset="0"/>
                        </a:rPr>
                        <a:t>Zoom in </a:t>
                      </a:r>
                      <a:r>
                        <a:rPr lang="en-US" sz="2400" b="1" baseline="0" dirty="0">
                          <a:solidFill>
                            <a:srgbClr val="FFC000"/>
                          </a:solidFill>
                          <a:latin typeface="Arial" panose="020B0604020202020204" pitchFamily="34" charset="0"/>
                          <a:cs typeface="Arial" panose="020B0604020202020204" pitchFamily="34" charset="0"/>
                        </a:rPr>
                        <a:t>and </a:t>
                      </a:r>
                      <a:r>
                        <a:rPr lang="en-US" sz="1800" b="1" baseline="0" dirty="0">
                          <a:solidFill>
                            <a:srgbClr val="FFC000"/>
                          </a:solidFill>
                          <a:latin typeface="Arial" panose="020B0604020202020204" pitchFamily="34" charset="0"/>
                          <a:cs typeface="Arial" panose="020B0604020202020204" pitchFamily="34" charset="0"/>
                        </a:rPr>
                        <a:t>out</a:t>
                      </a:r>
                      <a:endParaRPr lang="en-US" sz="2400" b="1" baseline="0" dirty="0">
                        <a:solidFill>
                          <a:srgbClr val="FFC000"/>
                        </a:solidFill>
                        <a:latin typeface="Arial" panose="020B0604020202020204" pitchFamily="34" charset="0"/>
                        <a:cs typeface="Arial" panose="020B0604020202020204" pitchFamily="34" charset="0"/>
                      </a:endParaRPr>
                    </a:p>
                    <a:p>
                      <a:pPr algn="l"/>
                      <a:r>
                        <a:rPr lang="en-US" sz="2000" b="0" baseline="0" dirty="0">
                          <a:solidFill>
                            <a:srgbClr val="D9D9D9"/>
                          </a:solidFill>
                          <a:latin typeface="Arial" panose="020B0604020202020204" pitchFamily="34" charset="0"/>
                          <a:cs typeface="Arial" panose="020B0604020202020204" pitchFamily="34" charset="0"/>
                        </a:rPr>
                        <a:t>Use the PowerPoint zoom tool to adjust the screen magnification to view comfortably. PowerPoint provides 2 ways to zoom: </a:t>
                      </a:r>
                      <a:br>
                        <a:rPr lang="en-US" sz="2000" b="0" baseline="0" dirty="0">
                          <a:solidFill>
                            <a:srgbClr val="D9D9D9"/>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1. </a:t>
                      </a:r>
                      <a:r>
                        <a:rPr lang="en-US" sz="2000" b="0" baseline="0" dirty="0">
                          <a:solidFill>
                            <a:srgbClr val="D9D9D9"/>
                          </a:solidFill>
                          <a:latin typeface="Arial" panose="020B0604020202020204" pitchFamily="34" charset="0"/>
                          <a:cs typeface="Arial" panose="020B0604020202020204" pitchFamily="34" charset="0"/>
                        </a:rPr>
                        <a:t>On the top menu bar click on the VIEW tab and then click on ZOOM. Choose the zoom percentage that works best for you. </a:t>
                      </a:r>
                      <a:br>
                        <a:rPr lang="en-US" sz="2000" b="0" baseline="0" dirty="0">
                          <a:solidFill>
                            <a:srgbClr val="D9D9D9"/>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2. </a:t>
                      </a:r>
                      <a:r>
                        <a:rPr lang="en-US" sz="2000" b="0" baseline="0" dirty="0">
                          <a:solidFill>
                            <a:srgbClr val="D9D9D9"/>
                          </a:solidFill>
                          <a:latin typeface="Arial" panose="020B0604020202020204" pitchFamily="34" charset="0"/>
                          <a:cs typeface="Arial" panose="020B0604020202020204" pitchFamily="34" charset="0"/>
                        </a:rPr>
                        <a:t>For better zoom flexibility, use the zoom slider at the bottom right of the window.</a:t>
                      </a:r>
                    </a:p>
                  </a:txBody>
                  <a:tcPr marL="182880" marT="137160">
                    <a:solidFill>
                      <a:srgbClr val="010101"/>
                    </a:solidFill>
                  </a:tcPr>
                </a:tc>
                <a:extLst>
                  <a:ext uri="{0D108BD9-81ED-4DB2-BD59-A6C34878D82A}">
                    <a16:rowId xmlns:a16="http://schemas.microsoft.com/office/drawing/2014/main" val="10001"/>
                  </a:ext>
                </a:extLst>
              </a:tr>
              <a:tr h="1800526">
                <a:tc gridSpan="2">
                  <a:txBody>
                    <a:bodyPr/>
                    <a:lstStyle/>
                    <a:p>
                      <a:pPr marL="0" marR="0" lvl="0" indent="0" algn="l" defTabSz="4388900" rtl="0" eaLnBrk="1" fontAlgn="auto" latinLnBrk="0" hangingPunct="1">
                        <a:lnSpc>
                          <a:spcPct val="100000"/>
                        </a:lnSpc>
                        <a:spcBef>
                          <a:spcPts val="0"/>
                        </a:spcBef>
                        <a:spcAft>
                          <a:spcPts val="0"/>
                        </a:spcAft>
                        <a:buClrTx/>
                        <a:buSzTx/>
                        <a:buFontTx/>
                        <a:buNone/>
                        <a:tabLst/>
                        <a:defRPr/>
                      </a:pPr>
                      <a:r>
                        <a:rPr lang="en-US" sz="2400" b="1" baseline="0" dirty="0">
                          <a:solidFill>
                            <a:srgbClr val="FFC000"/>
                          </a:solidFill>
                          <a:latin typeface="Arial" panose="020B0604020202020204" pitchFamily="34" charset="0"/>
                          <a:cs typeface="Arial" panose="020B0604020202020204" pitchFamily="34" charset="0"/>
                        </a:rPr>
                        <a:t>Ruler and Guides</a:t>
                      </a:r>
                      <a:br>
                        <a:rPr lang="en-US" sz="2000" b="0" baseline="0" dirty="0">
                          <a:solidFill>
                            <a:srgbClr val="FFC000"/>
                          </a:solidFill>
                          <a:latin typeface="Arial" panose="020B0604020202020204" pitchFamily="34" charset="0"/>
                          <a:cs typeface="Arial" panose="020B0604020202020204" pitchFamily="34" charset="0"/>
                        </a:rPr>
                      </a:br>
                      <a:r>
                        <a:rPr lang="en-US" sz="2000" b="0" baseline="0" dirty="0">
                          <a:solidFill>
                            <a:srgbClr val="D9D9D9"/>
                          </a:solidFill>
                          <a:latin typeface="Arial" panose="020B0604020202020204" pitchFamily="34" charset="0"/>
                          <a:cs typeface="Arial" panose="020B0604020202020204" pitchFamily="34" charset="0"/>
                        </a:rPr>
                        <a:t>The dotted lines on his poster template are guides.  The horizontal and vertical guides will help you align your poster elements accurately. Text boxes and other elements will ”snap” to the guides and stay within the boundaries of the columns. To hide the guides go to VIEW and uncheck the Guides box.</a:t>
                      </a:r>
                    </a:p>
                  </a:txBody>
                  <a:tcPr>
                    <a:solidFill>
                      <a:srgbClr val="010101"/>
                    </a:solidFill>
                  </a:tcPr>
                </a:tc>
                <a:tc hMerge="1">
                  <a:txBody>
                    <a:bodyPr/>
                    <a:lstStyle/>
                    <a:p>
                      <a:endParaRPr lang="en-US" sz="2400" b="0" baseline="0" dirty="0">
                        <a:solidFill>
                          <a:schemeClr val="bg1"/>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extLst>
                  <a:ext uri="{0D108BD9-81ED-4DB2-BD59-A6C34878D82A}">
                    <a16:rowId xmlns:a16="http://schemas.microsoft.com/office/drawing/2014/main" val="10002"/>
                  </a:ext>
                </a:extLst>
              </a:tr>
              <a:tr h="3824339">
                <a:tc>
                  <a:txBody>
                    <a:bodyPr/>
                    <a:lstStyle/>
                    <a:p>
                      <a:endParaRPr lang="en-US" sz="2000" dirty="0">
                        <a:solidFill>
                          <a:srgbClr val="1F3A4E"/>
                        </a:solidFill>
                      </a:endParaRPr>
                    </a:p>
                  </a:txBody>
                  <a:tcPr>
                    <a:blipFill rotWithShape="1">
                      <a:blip r:embed="rId4"/>
                      <a:stretch>
                        <a:fillRect/>
                      </a:stretch>
                    </a:blipFill>
                  </a:tcPr>
                </a:tc>
                <a:tc>
                  <a:txBody>
                    <a:bodyPr/>
                    <a:lstStyle/>
                    <a:p>
                      <a:pPr marL="0" lvl="1" indent="0" algn="l" defTabSz="114300"/>
                      <a:r>
                        <a:rPr lang="en-US" sz="2400" b="1" baseline="0" dirty="0">
                          <a:solidFill>
                            <a:srgbClr val="FFC000"/>
                          </a:solidFill>
                          <a:latin typeface="Arial" panose="020B0604020202020204" pitchFamily="34" charset="0"/>
                          <a:cs typeface="Arial" panose="020B0604020202020204" pitchFamily="34" charset="0"/>
                        </a:rPr>
                        <a:t>Headers and text containers</a:t>
                      </a:r>
                      <a:br>
                        <a:rPr lang="en-US" sz="2000" b="0" baseline="0" dirty="0">
                          <a:solidFill>
                            <a:schemeClr val="bg1"/>
                          </a:solidFill>
                          <a:latin typeface="Arial" panose="020B0604020202020204" pitchFamily="34" charset="0"/>
                          <a:cs typeface="Arial" panose="020B0604020202020204" pitchFamily="34" charset="0"/>
                        </a:rPr>
                      </a:br>
                      <a:r>
                        <a:rPr lang="en-US" sz="2000" b="0" baseline="0" dirty="0">
                          <a:solidFill>
                            <a:srgbClr val="D9D9D9"/>
                          </a:solidFill>
                          <a:latin typeface="Arial" panose="020B0604020202020204" pitchFamily="34" charset="0"/>
                          <a:cs typeface="Arial" panose="020B0604020202020204" pitchFamily="34" charset="0"/>
                        </a:rPr>
                        <a:t>Included in this template are commonly used section headers such as Abstract, Objectives, Methods, Results, etc. </a:t>
                      </a:r>
                      <a:br>
                        <a:rPr lang="en-US" sz="2000" b="0" baseline="0" dirty="0">
                          <a:solidFill>
                            <a:schemeClr val="bg1"/>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a:t>
                      </a:r>
                      <a:r>
                        <a:rPr lang="en-US" sz="2000" b="0" baseline="0" dirty="0">
                          <a:solidFill>
                            <a:schemeClr val="bg1"/>
                          </a:solidFill>
                          <a:latin typeface="Arial" panose="020B0604020202020204" pitchFamily="34" charset="0"/>
                          <a:cs typeface="Arial" panose="020B0604020202020204" pitchFamily="34" charset="0"/>
                        </a:rPr>
                        <a:t> </a:t>
                      </a:r>
                      <a:r>
                        <a:rPr lang="en-US" sz="2000" b="0" baseline="0" dirty="0">
                          <a:solidFill>
                            <a:srgbClr val="D9D9D9"/>
                          </a:solidFill>
                          <a:latin typeface="Arial" panose="020B0604020202020204" pitchFamily="34" charset="0"/>
                          <a:cs typeface="Arial" panose="020B0604020202020204" pitchFamily="34" charset="0"/>
                        </a:rPr>
                        <a:t>Click inside a section header to add its text. </a:t>
                      </a:r>
                      <a:br>
                        <a:rPr lang="en-US" sz="2000" b="0" baseline="0" dirty="0">
                          <a:solidFill>
                            <a:schemeClr val="bg1"/>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a:t>
                      </a:r>
                      <a:r>
                        <a:rPr lang="en-US" sz="2000" b="0" baseline="0" dirty="0">
                          <a:solidFill>
                            <a:schemeClr val="bg1"/>
                          </a:solidFill>
                          <a:latin typeface="Arial" panose="020B0604020202020204" pitchFamily="34" charset="0"/>
                          <a:cs typeface="Arial" panose="020B0604020202020204" pitchFamily="34" charset="0"/>
                        </a:rPr>
                        <a:t> </a:t>
                      </a:r>
                      <a:r>
                        <a:rPr lang="en-US" sz="2000" b="0" baseline="0" dirty="0">
                          <a:solidFill>
                            <a:srgbClr val="D9D9D9"/>
                          </a:solidFill>
                          <a:latin typeface="Arial" panose="020B0604020202020204" pitchFamily="34" charset="0"/>
                          <a:cs typeface="Arial" panose="020B0604020202020204" pitchFamily="34" charset="0"/>
                        </a:rPr>
                        <a:t>To add another header, click on edge of the section box so that it is outlined. Copy and paste it. </a:t>
                      </a:r>
                      <a:br>
                        <a:rPr lang="en-US" sz="2000" b="0" baseline="0" dirty="0">
                          <a:solidFill>
                            <a:schemeClr val="bg1"/>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a:t>
                      </a:r>
                      <a:r>
                        <a:rPr lang="en-US" sz="2000" b="0" baseline="0" dirty="0">
                          <a:solidFill>
                            <a:schemeClr val="bg1"/>
                          </a:solidFill>
                          <a:latin typeface="Arial" panose="020B0604020202020204" pitchFamily="34" charset="0"/>
                          <a:cs typeface="Arial" panose="020B0604020202020204" pitchFamily="34" charset="0"/>
                        </a:rPr>
                        <a:t> </a:t>
                      </a:r>
                      <a:r>
                        <a:rPr lang="en-US" sz="2000" b="0" baseline="0" dirty="0">
                          <a:solidFill>
                            <a:srgbClr val="D9D9D9"/>
                          </a:solidFill>
                          <a:latin typeface="Arial" panose="020B0604020202020204" pitchFamily="34" charset="0"/>
                          <a:cs typeface="Arial" panose="020B0604020202020204" pitchFamily="34" charset="0"/>
                        </a:rPr>
                        <a:t>To increase its size, click on the white circles and expand to the the desired size.</a:t>
                      </a:r>
                    </a:p>
                  </a:txBody>
                  <a:tcPr marL="182880" marT="137160">
                    <a:solidFill>
                      <a:srgbClr val="010101"/>
                    </a:solidFill>
                  </a:tcPr>
                </a:tc>
                <a:extLst>
                  <a:ext uri="{0D108BD9-81ED-4DB2-BD59-A6C34878D82A}">
                    <a16:rowId xmlns:a16="http://schemas.microsoft.com/office/drawing/2014/main" val="10003"/>
                  </a:ext>
                </a:extLst>
              </a:tr>
              <a:tr h="3519135">
                <a:tc gridSpan="2">
                  <a:txBody>
                    <a:bodyPr/>
                    <a:lstStyle/>
                    <a:p>
                      <a:r>
                        <a:rPr lang="en-US" sz="2400" b="1" dirty="0">
                          <a:solidFill>
                            <a:srgbClr val="FFC000"/>
                          </a:solidFill>
                          <a:latin typeface="Arial" panose="020B0604020202020204" pitchFamily="34" charset="0"/>
                          <a:cs typeface="Arial" panose="020B0604020202020204" pitchFamily="34" charset="0"/>
                        </a:rPr>
                        <a:t>Adding content to the poster</a:t>
                      </a:r>
                    </a:p>
                    <a:p>
                      <a:r>
                        <a:rPr lang="en-US" sz="2000" baseline="0" dirty="0">
                          <a:solidFill>
                            <a:srgbClr val="D9D9D9"/>
                          </a:solidFill>
                          <a:latin typeface="Arial" panose="020B0604020202020204" pitchFamily="34" charset="0"/>
                          <a:cs typeface="Arial" panose="020B0604020202020204" pitchFamily="34" charset="0"/>
                        </a:rPr>
                        <a:t>Start by adding your text to each section without spending too much time with formatting. Use the default font size even if your text extends beyond the bottom of the poster. Continue until you have added all your content including text, graphics, photos, etc. Once you finish adding your content you can go back and format your text as needed.</a:t>
                      </a:r>
                    </a:p>
                    <a:p>
                      <a:pPr marL="342900" indent="-342900">
                        <a:buFontTx/>
                        <a:buChar char="-"/>
                      </a:pPr>
                      <a:r>
                        <a:rPr lang="en-US" sz="2000" baseline="0" dirty="0">
                          <a:solidFill>
                            <a:srgbClr val="D9D9D9"/>
                          </a:solidFill>
                          <a:latin typeface="Arial" panose="020B0604020202020204" pitchFamily="34" charset="0"/>
                          <a:cs typeface="Arial" panose="020B0604020202020204" pitchFamily="34" charset="0"/>
                        </a:rPr>
                        <a:t>If you run out of room, try to reduce the size of your fonts and/or the size of your graphics. If there is a lot of empty space try to increase your font sizes and the size of your graphics. The font used for references can be smaller.</a:t>
                      </a:r>
                      <a:endParaRPr lang="en-US" sz="2000" dirty="0">
                        <a:solidFill>
                          <a:srgbClr val="D9D9D9"/>
                        </a:solidFill>
                        <a:latin typeface="Arial" panose="020B0604020202020204" pitchFamily="34" charset="0"/>
                        <a:cs typeface="Arial" panose="020B0604020202020204" pitchFamily="34" charset="0"/>
                      </a:endParaRPr>
                    </a:p>
                  </a:txBody>
                  <a:tcPr>
                    <a:solidFill>
                      <a:srgbClr val="010101"/>
                    </a:solidFill>
                  </a:tcPr>
                </a:tc>
                <a:tc hMerge="1">
                  <a:txBody>
                    <a:bodyPr/>
                    <a:lstStyle/>
                    <a:p>
                      <a:endParaRPr lang="en-US" sz="2400" dirty="0">
                        <a:solidFill>
                          <a:schemeClr val="bg1"/>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4"/>
                  </a:ext>
                </a:extLst>
              </a:tr>
              <a:tr h="2377657">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400" b="1" noProof="0" dirty="0">
                          <a:solidFill>
                            <a:srgbClr val="FFC000"/>
                          </a:solidFill>
                          <a:latin typeface="Arial" panose="020B0604020202020204" pitchFamily="34" charset="0"/>
                          <a:cs typeface="Arial" panose="020B0604020202020204" pitchFamily="34" charset="0"/>
                        </a:rPr>
                        <a:t>Photos</a:t>
                      </a:r>
                    </a:p>
                    <a:p>
                      <a:pPr marL="0" marR="0" lvl="0" indent="0" algn="l" defTabSz="9779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D9D9D9"/>
                          </a:solidFill>
                          <a:effectLst/>
                          <a:uLnTx/>
                          <a:uFillTx/>
                          <a:latin typeface="Arial"/>
                          <a:ea typeface="+mn-ea"/>
                          <a:cs typeface="Arial"/>
                        </a:rPr>
                        <a:t>You can add photos by dragging and dropping from your desktop, copy and paste, or by going to INSERT &gt; PICTURES. Resize images proportionally by holding down the SHIFT key and dragging one of the white corner handles (dots). For a professional-looking poster, do not distort your images by stretching them disproportionally.</a:t>
                      </a:r>
                    </a:p>
                  </a:txBody>
                  <a:tcPr marL="182880" marT="137160">
                    <a:solidFill>
                      <a:srgbClr val="010101"/>
                    </a:solidFill>
                  </a:tcPr>
                </a:tc>
                <a:tc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200" noProof="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5"/>
                  </a:ext>
                </a:extLst>
              </a:tr>
              <a:tr h="2293170">
                <a:tc gridSpan="2">
                  <a:txBody>
                    <a:bodyPr/>
                    <a:lstStyle/>
                    <a:p>
                      <a:endParaRPr lang="en-US" sz="2000" dirty="0">
                        <a:solidFill>
                          <a:schemeClr val="bg1"/>
                        </a:solidFill>
                        <a:latin typeface="Arial" panose="020B0604020202020204" pitchFamily="34" charset="0"/>
                        <a:cs typeface="Arial" panose="020B0604020202020204" pitchFamily="34" charset="0"/>
                      </a:endParaRPr>
                    </a:p>
                  </a:txBody>
                  <a:tcPr marL="182880" marT="137160">
                    <a:blipFill rotWithShape="1">
                      <a:blip r:embed="rId5"/>
                      <a:stretch>
                        <a:fillRect/>
                      </a:stretch>
                    </a:blipFill>
                  </a:tcPr>
                </a:tc>
                <a:tc hMerge="1">
                  <a:txBody>
                    <a:bodyPr/>
                    <a:lstStyle/>
                    <a:p>
                      <a:endParaRPr lang="en-US" sz="2400" dirty="0">
                        <a:solidFill>
                          <a:srgbClr val="1F3A4E"/>
                        </a:solidFill>
                      </a:endParaRPr>
                    </a:p>
                  </a:txBody>
                  <a:tcPr/>
                </a:tc>
                <a:extLst>
                  <a:ext uri="{0D108BD9-81ED-4DB2-BD59-A6C34878D82A}">
                    <a16:rowId xmlns:a16="http://schemas.microsoft.com/office/drawing/2014/main" val="10006"/>
                  </a:ext>
                </a:extLst>
              </a:tr>
              <a:tr h="1280277">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400" b="1" noProof="0" dirty="0">
                          <a:solidFill>
                            <a:srgbClr val="FFC000"/>
                          </a:solidFill>
                          <a:latin typeface="Arial"/>
                          <a:cs typeface="Arial"/>
                        </a:rPr>
                        <a:t>Quality check your graphics</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2000" noProof="0" dirty="0">
                          <a:solidFill>
                            <a:srgbClr val="D9D9D9"/>
                          </a:solidFill>
                          <a:latin typeface="Arial"/>
                          <a:cs typeface="Arial"/>
                        </a:rPr>
                        <a:t>Zoom in and look at your images at 100%-200% magnification. If they look clear, they will print well. </a:t>
                      </a:r>
                    </a:p>
                  </a:txBody>
                  <a:tcPr marL="182880" marT="137160">
                    <a:solidFill>
                      <a:srgbClr val="010101"/>
                    </a:solidFill>
                  </a:tcPr>
                </a:tc>
                <a:tc hMerge="1">
                  <a:txBody>
                    <a:bodyPr/>
                    <a:lstStyle/>
                    <a:p>
                      <a:endParaRPr lang="en-US" sz="2400" dirty="0">
                        <a:solidFill>
                          <a:srgbClr val="1F3A4E"/>
                        </a:solidFill>
                      </a:endParaRPr>
                    </a:p>
                  </a:txBody>
                  <a:tcPr>
                    <a:solidFill>
                      <a:schemeClr val="tx1">
                        <a:lumMod val="95000"/>
                        <a:lumOff val="5000"/>
                      </a:schemeClr>
                    </a:solidFill>
                  </a:tcPr>
                </a:tc>
                <a:extLst>
                  <a:ext uri="{0D108BD9-81ED-4DB2-BD59-A6C34878D82A}">
                    <a16:rowId xmlns:a16="http://schemas.microsoft.com/office/drawing/2014/main" val="10007"/>
                  </a:ext>
                </a:extLst>
              </a:tr>
              <a:tr h="3187270">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000" noProof="0" dirty="0">
                        <a:solidFill>
                          <a:schemeClr val="bg1"/>
                        </a:solidFill>
                        <a:latin typeface="Arial"/>
                        <a:cs typeface="Arial"/>
                      </a:endParaRPr>
                    </a:p>
                  </a:txBody>
                  <a:tcPr marL="182880" marT="137160">
                    <a:blipFill rotWithShape="1">
                      <a:blip r:embed="rId6"/>
                      <a:stretch>
                        <a:fillRect/>
                      </a:stretch>
                    </a:blipFill>
                  </a:tcPr>
                </a:tc>
                <a:tc hMerge="1">
                  <a:txBody>
                    <a:bodyPr/>
                    <a:lstStyle/>
                    <a:p>
                      <a:endParaRPr lang="en-US"/>
                    </a:p>
                  </a:txBody>
                  <a:tcPr/>
                </a:tc>
                <a:extLst>
                  <a:ext uri="{0D108BD9-81ED-4DB2-BD59-A6C34878D82A}">
                    <a16:rowId xmlns:a16="http://schemas.microsoft.com/office/drawing/2014/main" val="10010"/>
                  </a:ext>
                </a:extLst>
              </a:tr>
            </a:tbl>
          </a:graphicData>
        </a:graphic>
      </p:graphicFrame>
      <p:graphicFrame>
        <p:nvGraphicFramePr>
          <p:cNvPr id="64" name="Table 63">
            <a:extLst>
              <a:ext uri="{FF2B5EF4-FFF2-40B4-BE49-F238E27FC236}">
                <a16:creationId xmlns:a16="http://schemas.microsoft.com/office/drawing/2014/main" id="{D190F9AB-56D0-244B-B0D0-9D7AC22249AE}"/>
              </a:ext>
            </a:extLst>
          </p:cNvPr>
          <p:cNvGraphicFramePr>
            <a:graphicFrameLocks noGrp="1"/>
          </p:cNvGraphicFramePr>
          <p:nvPr userDrawn="1">
            <p:extLst>
              <p:ext uri="{D42A27DB-BD31-4B8C-83A1-F6EECF244321}">
                <p14:modId xmlns:p14="http://schemas.microsoft.com/office/powerpoint/2010/main" val="3648068066"/>
              </p:ext>
            </p:extLst>
          </p:nvPr>
        </p:nvGraphicFramePr>
        <p:xfrm>
          <a:off x="44695229" y="-84749"/>
          <a:ext cx="9430188" cy="33075070"/>
        </p:xfrm>
        <a:graphic>
          <a:graphicData uri="http://schemas.openxmlformats.org/drawingml/2006/table">
            <a:tbl>
              <a:tblPr firstRow="1" bandRow="1">
                <a:tableStyleId>{5C22544A-7EE6-4342-B048-85BDC9FD1C3A}</a:tableStyleId>
              </a:tblPr>
              <a:tblGrid>
                <a:gridCol w="3343835">
                  <a:extLst>
                    <a:ext uri="{9D8B030D-6E8A-4147-A177-3AD203B41FA5}">
                      <a16:colId xmlns:a16="http://schemas.microsoft.com/office/drawing/2014/main" val="20000"/>
                    </a:ext>
                  </a:extLst>
                </a:gridCol>
                <a:gridCol w="1381559">
                  <a:extLst>
                    <a:ext uri="{9D8B030D-6E8A-4147-A177-3AD203B41FA5}">
                      <a16:colId xmlns:a16="http://schemas.microsoft.com/office/drawing/2014/main" val="997673227"/>
                    </a:ext>
                  </a:extLst>
                </a:gridCol>
                <a:gridCol w="4704794">
                  <a:extLst>
                    <a:ext uri="{9D8B030D-6E8A-4147-A177-3AD203B41FA5}">
                      <a16:colId xmlns:a16="http://schemas.microsoft.com/office/drawing/2014/main" val="4164475170"/>
                    </a:ext>
                  </a:extLst>
                </a:gridCol>
              </a:tblGrid>
              <a:tr h="1756432">
                <a:tc gridSpan="3">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4000" b="0" spc="600" dirty="0">
                          <a:solidFill>
                            <a:srgbClr val="1F3A4E"/>
                          </a:solidFill>
                          <a:latin typeface="Arial Black" panose="020B0A04020102020204" pitchFamily="34" charset="0"/>
                        </a:rPr>
                        <a:t>QUICK START GUIDE</a:t>
                      </a:r>
                      <a:br>
                        <a:rPr lang="en-US" sz="4000" b="0" spc="600" dirty="0">
                          <a:solidFill>
                            <a:srgbClr val="1F3A4E"/>
                          </a:solidFill>
                          <a:latin typeface="Arial Black" panose="020B0A04020102020204" pitchFamily="34" charset="0"/>
                        </a:rPr>
                      </a:br>
                      <a:r>
                        <a:rPr lang="en-US" sz="3200" b="1" spc="0" dirty="0">
                          <a:solidFill>
                            <a:srgbClr val="FF0000"/>
                          </a:solidFill>
                          <a:latin typeface="Trebuchet MS" pitchFamily="34" charset="0"/>
                        </a:rPr>
                        <a:t>(THIS SIDEBAR WILL NOT PRINT)</a:t>
                      </a:r>
                      <a:endParaRPr lang="en-US" sz="4000" b="1" spc="600" dirty="0">
                        <a:solidFill>
                          <a:schemeClr val="bg1"/>
                        </a:solidFill>
                        <a:latin typeface="Trebuchet MS" pitchFamily="34" charset="0"/>
                      </a:endParaRPr>
                    </a:p>
                  </a:txBody>
                  <a:tcPr marL="182880" marT="137160">
                    <a:solidFill>
                      <a:srgbClr val="FFC00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563101">
                <a:tc gridSpan="3">
                  <a:txBody>
                    <a:bodyPr/>
                    <a:lstStyle/>
                    <a:p>
                      <a:pPr algn="l"/>
                      <a:r>
                        <a:rPr lang="en-US" sz="2800" b="1" baseline="0" dirty="0">
                          <a:solidFill>
                            <a:srgbClr val="FFC000"/>
                          </a:solidFill>
                          <a:latin typeface="Arial" panose="020B0604020202020204" pitchFamily="34" charset="0"/>
                          <a:cs typeface="Arial" panose="020B0604020202020204" pitchFamily="34" charset="0"/>
                        </a:rPr>
                        <a:t>How to change the template colors</a:t>
                      </a:r>
                    </a:p>
                    <a:p>
                      <a:pPr marL="0" indent="0" algn="l" defTabSz="114300"/>
                      <a:r>
                        <a:rPr lang="en-US" sz="2400" b="0" baseline="0" dirty="0">
                          <a:solidFill>
                            <a:srgbClr val="D9D9D9"/>
                          </a:solidFill>
                          <a:latin typeface="Arial" panose="020B0604020202020204" pitchFamily="34" charset="0"/>
                          <a:cs typeface="Arial" panose="020B0604020202020204" pitchFamily="34" charset="0"/>
                        </a:rPr>
                        <a:t>You can change the overall template color theme by clicking on the COLORS dropdown menu under the DESIGN tab. You can see a tutorial here: </a:t>
                      </a:r>
                      <a:r>
                        <a:rPr lang="en-US" sz="2400" dirty="0">
                          <a:solidFill>
                            <a:srgbClr val="FFC000"/>
                          </a:solidFill>
                          <a:hlinkClick r:id="rId7">
                            <a:extLst>
                              <a:ext uri="{A12FA001-AC4F-418D-AE19-62706E023703}">
                                <ahyp:hlinkClr xmlns:ahyp="http://schemas.microsoft.com/office/drawing/2018/hyperlinkcolor" val="tx"/>
                              </a:ext>
                            </a:extLst>
                          </a:hlinkClick>
                        </a:rPr>
                        <a:t>https://www.posterpresentations.com/how-to-change-the-research-poster-template-colors.html</a:t>
                      </a:r>
                      <a:endParaRPr lang="en-US" sz="2400" dirty="0">
                        <a:solidFill>
                          <a:srgbClr val="FFC000"/>
                        </a:solidFill>
                      </a:endParaRPr>
                    </a:p>
                    <a:p>
                      <a:pPr marL="0" indent="0" algn="l" defTabSz="114300"/>
                      <a:endParaRPr lang="en-US" sz="24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2400" b="0" baseline="0" dirty="0">
                          <a:solidFill>
                            <a:srgbClr val="D9D9D9"/>
                          </a:solidFill>
                          <a:latin typeface="Arial" panose="020B0604020202020204" pitchFamily="34" charset="0"/>
                          <a:cs typeface="Arial" panose="020B0604020202020204" pitchFamily="34" charset="0"/>
                        </a:rPr>
                        <a:t>You can also manually change the color of individual elements by going to VIEW &gt; SLIDE MASTER. On the left side of your screen select the background master where you can change the template background, column sizes, etc. </a:t>
                      </a:r>
                    </a:p>
                    <a:p>
                      <a:pPr marL="0" indent="0" algn="l" defTabSz="114300"/>
                      <a:endParaRPr lang="en-US" sz="24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2400" b="0" baseline="0" dirty="0">
                          <a:solidFill>
                            <a:srgbClr val="D9D9D9"/>
                          </a:solidFill>
                          <a:latin typeface="Arial" panose="020B0604020202020204" pitchFamily="34" charset="0"/>
                          <a:cs typeface="Arial" panose="020B0604020202020204" pitchFamily="34" charset="0"/>
                        </a:rPr>
                        <a:t>After you finish working on the SLIDE MASTER, it is important that you go to VIEW &gt; NORMAL to continue working on your poster. </a:t>
                      </a:r>
                    </a:p>
                  </a:txBody>
                  <a:tcPr marL="182880" marT="137160">
                    <a:solidFill>
                      <a:schemeClr val="tx1"/>
                    </a:solidFill>
                  </a:tcPr>
                </a:tc>
                <a:tc hMerge="1">
                  <a:txBody>
                    <a:bodyPr/>
                    <a:lstStyle/>
                    <a:p>
                      <a:endParaRPr lang="en-US" sz="2400" dirty="0">
                        <a:solidFill>
                          <a:srgbClr val="1F3A4E"/>
                        </a:solidFill>
                      </a:endParaRPr>
                    </a:p>
                  </a:txBody>
                  <a:tcPr marL="182880" marT="137160">
                    <a:blipFill rotWithShape="1">
                      <a:blip r:embed="rId8"/>
                      <a:stretch>
                        <a:fillRect/>
                      </a:stretch>
                    </a:blipFill>
                  </a:tcPr>
                </a:tc>
                <a:tc hMerge="1">
                  <a:txBody>
                    <a:bodyPr/>
                    <a:lstStyle/>
                    <a:p>
                      <a:endParaRPr lang="en-US"/>
                    </a:p>
                  </a:txBody>
                  <a:tcPr/>
                </a:tc>
                <a:extLst>
                  <a:ext uri="{0D108BD9-81ED-4DB2-BD59-A6C34878D82A}">
                    <a16:rowId xmlns:a16="http://schemas.microsoft.com/office/drawing/2014/main" val="10001"/>
                  </a:ext>
                </a:extLst>
              </a:tr>
              <a:tr h="3667719">
                <a:tc gridSpan="3">
                  <a:txBody>
                    <a:bodyPr/>
                    <a:lstStyle/>
                    <a:p>
                      <a:r>
                        <a:rPr lang="en-US" sz="2800" b="1" dirty="0">
                          <a:solidFill>
                            <a:srgbClr val="FFC000"/>
                          </a:solidFill>
                          <a:latin typeface="Arial" panose="020B0604020202020204" pitchFamily="34" charset="0"/>
                          <a:cs typeface="Arial" panose="020B0604020202020204" pitchFamily="34" charset="0"/>
                        </a:rPr>
                        <a:t>How to change the column layout configuration</a:t>
                      </a:r>
                    </a:p>
                    <a:p>
                      <a:r>
                        <a:rPr lang="en-US" sz="2400" dirty="0">
                          <a:solidFill>
                            <a:srgbClr val="D9D9D9"/>
                          </a:solidFill>
                          <a:latin typeface="Arial" panose="020B0604020202020204" pitchFamily="34" charset="0"/>
                          <a:cs typeface="Arial" panose="020B0604020202020204" pitchFamily="34" charset="0"/>
                        </a:rPr>
                        <a:t>You can manually change the configuration on the columns by going to VIEW &gt; SLIDE MASTER. You can delete columns, resize them or modify them as needed for your layout. </a:t>
                      </a:r>
                    </a:p>
                    <a:p>
                      <a:pPr marL="0" marR="0" indent="0" algn="l" defTabSz="3765366" rtl="0" eaLnBrk="1" fontAlgn="auto" latinLnBrk="0" hangingPunct="1">
                        <a:lnSpc>
                          <a:spcPct val="100000"/>
                        </a:lnSpc>
                        <a:spcBef>
                          <a:spcPts val="0"/>
                        </a:spcBef>
                        <a:spcAft>
                          <a:spcPts val="0"/>
                        </a:spcAft>
                        <a:buClrTx/>
                        <a:buSzTx/>
                        <a:buFontTx/>
                        <a:buNone/>
                        <a:tabLst/>
                        <a:defRPr/>
                      </a:pPr>
                      <a:r>
                        <a:rPr lang="en-US" sz="2400" dirty="0">
                          <a:solidFill>
                            <a:srgbClr val="D9D9D9"/>
                          </a:solidFill>
                          <a:latin typeface="Arial" panose="020B0604020202020204" pitchFamily="34" charset="0"/>
                          <a:cs typeface="Arial" panose="020B0604020202020204" pitchFamily="34" charset="0"/>
                        </a:rPr>
                        <a:t>You can see a tutorial here: </a:t>
                      </a:r>
                      <a:r>
                        <a:rPr lang="en-US" sz="2400" u="sng" dirty="0">
                          <a:solidFill>
                            <a:srgbClr val="FFC000"/>
                          </a:solidFill>
                          <a:latin typeface="Arial" panose="020B0604020202020204" pitchFamily="34" charset="0"/>
                          <a:cs typeface="Arial" panose="020B0604020202020204" pitchFamily="34" charset="0"/>
                        </a:rPr>
                        <a:t>https://</a:t>
                      </a:r>
                      <a:r>
                        <a:rPr lang="en-US" sz="2400" u="sng" dirty="0" err="1">
                          <a:solidFill>
                            <a:srgbClr val="FFC000"/>
                          </a:solidFill>
                          <a:latin typeface="Arial" panose="020B0604020202020204" pitchFamily="34" charset="0"/>
                          <a:cs typeface="Arial" panose="020B0604020202020204" pitchFamily="34" charset="0"/>
                        </a:rPr>
                        <a:t>www.posterpresentations.com</a:t>
                      </a:r>
                      <a:r>
                        <a:rPr lang="en-US" sz="2400" u="sng" dirty="0">
                          <a:solidFill>
                            <a:srgbClr val="FFC000"/>
                          </a:solidFill>
                          <a:latin typeface="Arial" panose="020B0604020202020204" pitchFamily="34" charset="0"/>
                          <a:cs typeface="Arial" panose="020B0604020202020204" pitchFamily="34" charset="0"/>
                        </a:rPr>
                        <a:t>/how-to-change-the-column-</a:t>
                      </a:r>
                      <a:r>
                        <a:rPr lang="en-US" sz="2400" u="sng" dirty="0" err="1">
                          <a:solidFill>
                            <a:srgbClr val="FFC000"/>
                          </a:solidFill>
                          <a:latin typeface="Arial" panose="020B0604020202020204" pitchFamily="34" charset="0"/>
                          <a:cs typeface="Arial" panose="020B0604020202020204" pitchFamily="34" charset="0"/>
                        </a:rPr>
                        <a:t>configuration.html</a:t>
                      </a:r>
                      <a:endParaRPr lang="en-US" u="sng" dirty="0">
                        <a:solidFill>
                          <a:srgbClr val="FFC000"/>
                        </a:solidFill>
                      </a:endParaRPr>
                    </a:p>
                  </a:txBody>
                  <a:tcPr marL="182880" marT="137160">
                    <a:solidFill>
                      <a:schemeClr val="tx1"/>
                    </a:solidFill>
                  </a:tcPr>
                </a:tc>
                <a:tc hMerge="1">
                  <a:txBody>
                    <a:bodyPr/>
                    <a:lstStyle/>
                    <a:p>
                      <a:endParaRPr lang="en-US" sz="2400" dirty="0">
                        <a:solidFill>
                          <a:srgbClr val="1F3A4E"/>
                        </a:solidFill>
                      </a:endParaRPr>
                    </a:p>
                  </a:txBody>
                  <a:tcPr marL="182880" marT="137160">
                    <a:blipFill rotWithShape="1">
                      <a:blip r:embed="rId9"/>
                      <a:stretch>
                        <a:fillRect/>
                      </a:stretch>
                    </a:blipFill>
                  </a:tcPr>
                </a:tc>
                <a:tc hMerge="1">
                  <a:txBody>
                    <a:bodyPr/>
                    <a:lstStyle/>
                    <a:p>
                      <a:endParaRPr lang="en-US" dirty="0"/>
                    </a:p>
                  </a:txBody>
                  <a:tcPr marL="182880" marT="137160">
                    <a:solidFill>
                      <a:srgbClr val="010101"/>
                    </a:solidFill>
                  </a:tcPr>
                </a:tc>
                <a:extLst>
                  <a:ext uri="{0D108BD9-81ED-4DB2-BD59-A6C34878D82A}">
                    <a16:rowId xmlns:a16="http://schemas.microsoft.com/office/drawing/2014/main" val="10004"/>
                  </a:ext>
                </a:extLst>
              </a:tr>
              <a:tr h="5177074">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blipFill dpi="0" rotWithShape="1">
                      <a:blip r:embed="rId10">
                        <a:extLst>
                          <a:ext uri="{28A0092B-C50C-407E-A947-70E740481C1C}">
                            <a14:useLocalDpi xmlns:a14="http://schemas.microsoft.com/office/drawing/2010/main" val="0"/>
                          </a:ext>
                        </a:extLst>
                      </a:blip>
                      <a:srcRect/>
                      <a:stretch>
                        <a:fillRect/>
                      </a:stretch>
                    </a:blipFill>
                  </a:tcPr>
                </a:tc>
                <a:tc hMerge="1">
                  <a:txBody>
                    <a:bodyPr/>
                    <a:lstStyle/>
                    <a:p>
                      <a:endParaRPr lang="en-US"/>
                    </a:p>
                  </a:txBody>
                  <a:tcPr/>
                </a:tc>
                <a:tc row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dirty="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panose="020B0604020202020204" pitchFamily="34" charset="0"/>
                          <a:cs typeface="Arial" panose="020B0604020202020204" pitchFamily="34" charset="0"/>
                        </a:rPr>
                        <a:t>The Quick Start</a:t>
                      </a:r>
                      <a:r>
                        <a:rPr lang="en-US" sz="2400" baseline="0" noProof="0" dirty="0">
                          <a:solidFill>
                            <a:srgbClr val="D9D9D9"/>
                          </a:solidFill>
                          <a:latin typeface="Arial" panose="020B0604020202020204" pitchFamily="34" charset="0"/>
                          <a:cs typeface="Arial" panose="020B0604020202020204" pitchFamily="34" charset="0"/>
                        </a:rPr>
                        <a:t> Guides</a:t>
                      </a:r>
                      <a:r>
                        <a:rPr lang="en-US" sz="2400" noProof="0" dirty="0">
                          <a:solidFill>
                            <a:srgbClr val="D9D9D9"/>
                          </a:solidFill>
                          <a:latin typeface="Arial" panose="020B0604020202020204" pitchFamily="34" charset="0"/>
                          <a:cs typeface="Arial" panose="020B0604020202020204" pitchFamily="34" charset="0"/>
                        </a:rPr>
                        <a:t> </a:t>
                      </a:r>
                      <a:r>
                        <a:rPr lang="en-US" sz="2400" u="sng" noProof="0" dirty="0">
                          <a:solidFill>
                            <a:srgbClr val="D9D9D9"/>
                          </a:solidFill>
                          <a:latin typeface="Arial" panose="020B0604020202020204" pitchFamily="34" charset="0"/>
                          <a:cs typeface="Arial" panose="020B0604020202020204" pitchFamily="34" charset="0"/>
                        </a:rPr>
                        <a:t>are outside the template’s printable area</a:t>
                      </a:r>
                      <a:r>
                        <a:rPr lang="en-US" sz="2400" noProof="0" dirty="0">
                          <a:solidFill>
                            <a:srgbClr val="D9D9D9"/>
                          </a:solidFill>
                          <a:latin typeface="Arial" panose="020B0604020202020204" pitchFamily="34" charset="0"/>
                          <a:cs typeface="Arial" panose="020B0604020202020204" pitchFamily="34" charset="0"/>
                        </a:rPr>
                        <a:t> and they will not be on the printed poster</a:t>
                      </a:r>
                      <a:r>
                        <a:rPr lang="en-US" sz="2400" baseline="0" noProof="0" dirty="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baseline="0" noProof="0" dirty="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baseline="0" noProof="0" dirty="0">
                          <a:solidFill>
                            <a:srgbClr val="D9D9D9"/>
                          </a:solidFill>
                          <a:latin typeface="Arial" panose="020B0604020202020204" pitchFamily="34" charset="0"/>
                          <a:cs typeface="Arial" panose="020B0604020202020204" pitchFamily="34" charset="0"/>
                        </a:rPr>
                        <a:t>To hide the guides click on the </a:t>
                      </a:r>
                      <a:r>
                        <a:rPr lang="en-US" sz="2400" b="1" baseline="0" noProof="0" dirty="0">
                          <a:solidFill>
                            <a:srgbClr val="D9D9D9"/>
                          </a:solidFill>
                          <a:latin typeface="Arial" panose="020B0604020202020204" pitchFamily="34" charset="0"/>
                          <a:cs typeface="Arial" panose="020B0604020202020204" pitchFamily="34" charset="0"/>
                        </a:rPr>
                        <a:t>Home</a:t>
                      </a:r>
                      <a:r>
                        <a:rPr lang="en-US" sz="2400" baseline="0" noProof="0" dirty="0">
                          <a:solidFill>
                            <a:srgbClr val="D9D9D9"/>
                          </a:solidFill>
                          <a:latin typeface="Arial" panose="020B0604020202020204" pitchFamily="34" charset="0"/>
                          <a:cs typeface="Arial" panose="020B0604020202020204" pitchFamily="34" charset="0"/>
                        </a:rPr>
                        <a:t> tab (top of the screen) and then click on the </a:t>
                      </a:r>
                      <a:r>
                        <a:rPr lang="en-US" sz="2400" b="1" baseline="0" noProof="0" dirty="0">
                          <a:solidFill>
                            <a:srgbClr val="D9D9D9"/>
                          </a:solidFill>
                          <a:latin typeface="Arial" panose="020B0604020202020204" pitchFamily="34" charset="0"/>
                          <a:cs typeface="Arial" panose="020B0604020202020204" pitchFamily="34" charset="0"/>
                        </a:rPr>
                        <a:t>Layout</a:t>
                      </a:r>
                      <a:r>
                        <a:rPr lang="en-US" sz="2400" baseline="0" noProof="0" dirty="0">
                          <a:solidFill>
                            <a:srgbClr val="D9D9D9"/>
                          </a:solidFill>
                          <a:latin typeface="Arial" panose="020B0604020202020204" pitchFamily="34" charset="0"/>
                          <a:cs typeface="Arial" panose="020B0604020202020204" pitchFamily="34" charset="0"/>
                        </a:rPr>
                        <a:t> button below to see the available layouts. Choose the </a:t>
                      </a:r>
                      <a:r>
                        <a:rPr lang="en-US" sz="2400" b="1" baseline="0" noProof="0" dirty="0">
                          <a:solidFill>
                            <a:srgbClr val="D9D9D9"/>
                          </a:solidFill>
                          <a:latin typeface="Arial" panose="020B0604020202020204" pitchFamily="34" charset="0"/>
                          <a:cs typeface="Arial" panose="020B0604020202020204" pitchFamily="34" charset="0"/>
                        </a:rPr>
                        <a:t>Without Guides </a:t>
                      </a:r>
                      <a:r>
                        <a:rPr lang="en-US" sz="2400" b="0" baseline="0" noProof="0" dirty="0">
                          <a:solidFill>
                            <a:srgbClr val="D9D9D9"/>
                          </a:solidFill>
                          <a:latin typeface="Arial" panose="020B0604020202020204" pitchFamily="34" charset="0"/>
                          <a:cs typeface="Arial" panose="020B0604020202020204" pitchFamily="34" charset="0"/>
                        </a:rPr>
                        <a:t>layout</a:t>
                      </a:r>
                      <a:r>
                        <a:rPr lang="en-US" sz="2400" baseline="0" noProof="0" dirty="0">
                          <a:solidFill>
                            <a:srgbClr val="D9D9D9"/>
                          </a:solidFill>
                          <a:latin typeface="Arial" panose="020B0604020202020204" pitchFamily="34" charset="0"/>
                          <a:cs typeface="Arial" panose="020B0604020202020204" pitchFamily="34" charset="0"/>
                        </a:rPr>
                        <a:t>.</a:t>
                      </a:r>
                      <a:endParaRPr lang="en-US" sz="240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5"/>
                  </a:ext>
                </a:extLst>
              </a:tr>
              <a:tr h="2888327">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hMerge="1">
                  <a:txBody>
                    <a:bodyPr/>
                    <a:lstStyle/>
                    <a:p>
                      <a:endParaRPr lang="en-US"/>
                    </a:p>
                  </a:txBody>
                  <a:tcPr/>
                </a:tc>
                <a:tc vMerge="1">
                  <a:txBody>
                    <a:bodyPr/>
                    <a:lstStyle/>
                    <a:p>
                      <a:endParaRPr lang="en-US"/>
                    </a:p>
                  </a:txBody>
                  <a:tcPr/>
                </a:tc>
                <a:extLst>
                  <a:ext uri="{0D108BD9-81ED-4DB2-BD59-A6C34878D82A}">
                    <a16:rowId xmlns:a16="http://schemas.microsoft.com/office/drawing/2014/main" val="1766341567"/>
                  </a:ext>
                </a:extLst>
              </a:tr>
              <a:tr h="3781426">
                <a:tc gridSpan="2">
                  <a:txBody>
                    <a:bodyPr/>
                    <a:lstStyle/>
                    <a:p>
                      <a:r>
                        <a:rPr lang="en-US" sz="2800" b="1" dirty="0">
                          <a:solidFill>
                            <a:srgbClr val="FFC000"/>
                          </a:solidFill>
                          <a:latin typeface="Arial" panose="020B0604020202020204" pitchFamily="34" charset="0"/>
                          <a:cs typeface="Arial" panose="020B0604020202020204" pitchFamily="34" charset="0"/>
                        </a:rPr>
                        <a:t>How to</a:t>
                      </a:r>
                      <a:r>
                        <a:rPr lang="en-US" sz="2800" b="1" baseline="0" dirty="0">
                          <a:solidFill>
                            <a:srgbClr val="FFC000"/>
                          </a:solidFill>
                          <a:latin typeface="Arial" panose="020B0604020202020204" pitchFamily="34" charset="0"/>
                          <a:cs typeface="Arial" panose="020B0604020202020204" pitchFamily="34" charset="0"/>
                        </a:rPr>
                        <a:t> preview your poster prior to printing</a:t>
                      </a:r>
                      <a:endParaRPr lang="en-US" sz="2800" b="1" dirty="0">
                        <a:solidFill>
                          <a:srgbClr val="FFC000"/>
                        </a:solidFill>
                        <a:latin typeface="Arial" panose="020B0604020202020204" pitchFamily="34" charset="0"/>
                        <a:cs typeface="Arial" panose="020B0604020202020204" pitchFamily="34" charset="0"/>
                      </a:endParaRPr>
                    </a:p>
                    <a:p>
                      <a:r>
                        <a:rPr lang="en-US" sz="2400" dirty="0">
                          <a:solidFill>
                            <a:srgbClr val="D9D9D9"/>
                          </a:solidFill>
                          <a:latin typeface="Arial" panose="020B0604020202020204" pitchFamily="34" charset="0"/>
                          <a:cs typeface="Arial" panose="020B0604020202020204" pitchFamily="34" charset="0"/>
                        </a:rPr>
                        <a:t>You can preview your poster at any time by pressing the </a:t>
                      </a:r>
                      <a:r>
                        <a:rPr lang="en-US" sz="2400" dirty="0">
                          <a:solidFill>
                            <a:srgbClr val="FFC000"/>
                          </a:solidFill>
                          <a:latin typeface="Arial" panose="020B0604020202020204" pitchFamily="34" charset="0"/>
                          <a:cs typeface="Arial" panose="020B0604020202020204" pitchFamily="34" charset="0"/>
                        </a:rPr>
                        <a:t>F5 key</a:t>
                      </a:r>
                      <a:r>
                        <a:rPr lang="en-US" sz="2400" dirty="0">
                          <a:solidFill>
                            <a:srgbClr val="D9D9D9"/>
                          </a:solidFill>
                          <a:latin typeface="Arial" panose="020B0604020202020204" pitchFamily="34" charset="0"/>
                          <a:cs typeface="Arial" panose="020B0604020202020204" pitchFamily="34" charset="0"/>
                        </a:rPr>
                        <a:t> on your keyboard. You will see on the screen what's on your poster and how it should look when printed. Press the </a:t>
                      </a:r>
                      <a:r>
                        <a:rPr lang="en-US" sz="2400" dirty="0">
                          <a:solidFill>
                            <a:srgbClr val="FFC000"/>
                          </a:solidFill>
                          <a:latin typeface="Arial" panose="020B0604020202020204" pitchFamily="34" charset="0"/>
                          <a:cs typeface="Arial" panose="020B0604020202020204" pitchFamily="34" charset="0"/>
                        </a:rPr>
                        <a:t>ESC key </a:t>
                      </a:r>
                      <a:r>
                        <a:rPr lang="en-US" sz="2400" dirty="0">
                          <a:solidFill>
                            <a:srgbClr val="D9D9D9"/>
                          </a:solidFill>
                          <a:latin typeface="Arial" panose="020B0604020202020204" pitchFamily="34" charset="0"/>
                          <a:cs typeface="Arial" panose="020B0604020202020204" pitchFamily="34" charset="0"/>
                        </a:rPr>
                        <a:t>to exit Preview.</a:t>
                      </a:r>
                    </a:p>
                  </a:txBody>
                  <a:tcPr marL="182880" marT="137160">
                    <a:solidFill>
                      <a:srgbClr val="010101"/>
                    </a:solidFill>
                  </a:tcPr>
                </a:tc>
                <a:tc hMerge="1">
                  <a:txBody>
                    <a:bodyPr/>
                    <a:lstStyle/>
                    <a:p>
                      <a:endParaRPr lang="en-US"/>
                    </a:p>
                  </a:txBody>
                  <a:tcPr/>
                </a:tc>
                <a:tc>
                  <a:txBody>
                    <a:bodyPr/>
                    <a:lstStyle/>
                    <a:p>
                      <a:pPr algn="ctr"/>
                      <a:r>
                        <a:rPr lang="en-US" sz="11500" b="1" dirty="0">
                          <a:solidFill>
                            <a:srgbClr val="D9D9D9"/>
                          </a:solidFill>
                          <a:latin typeface="Arial" panose="020B0604020202020204" pitchFamily="34" charset="0"/>
                          <a:cs typeface="Arial" panose="020B0604020202020204" pitchFamily="34" charset="0"/>
                        </a:rPr>
                        <a:t>F5</a:t>
                      </a:r>
                      <a:r>
                        <a:rPr lang="en-US" sz="2400" baseline="0" dirty="0">
                          <a:solidFill>
                            <a:srgbClr val="D9D9D9"/>
                          </a:solidFill>
                          <a:latin typeface="Arial" panose="020B0604020202020204" pitchFamily="34" charset="0"/>
                          <a:cs typeface="Arial" panose="020B0604020202020204" pitchFamily="34" charset="0"/>
                        </a:rPr>
                        <a:t> </a:t>
                      </a:r>
                      <a:endParaRPr lang="en-US" dirty="0"/>
                    </a:p>
                  </a:txBody>
                  <a:tcPr marL="182880" marT="137160" anchor="ctr">
                    <a:solidFill>
                      <a:schemeClr val="tx1">
                        <a:lumMod val="95000"/>
                        <a:lumOff val="5000"/>
                      </a:schemeClr>
                    </a:solidFill>
                  </a:tcPr>
                </a:tc>
                <a:extLst>
                  <a:ext uri="{0D108BD9-81ED-4DB2-BD59-A6C34878D82A}">
                    <a16:rowId xmlns:a16="http://schemas.microsoft.com/office/drawing/2014/main" val="10006"/>
                  </a:ext>
                </a:extLst>
              </a:tr>
              <a:tr h="5674009">
                <a:tc gridSpan="3">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dirty="0">
                          <a:solidFill>
                            <a:srgbClr val="FFC000"/>
                          </a:solidFill>
                          <a:latin typeface="Arial"/>
                          <a:cs typeface="Arial"/>
                        </a:rPr>
                        <a:t>How to print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a:cs typeface="Arial"/>
                        </a:rPr>
                        <a:t>When you are ready to have your poster printed go online to </a:t>
                      </a:r>
                      <a:r>
                        <a:rPr lang="en-US" sz="2400" noProof="0" dirty="0" err="1">
                          <a:solidFill>
                            <a:srgbClr val="FFC000"/>
                          </a:solidFill>
                          <a:latin typeface="Arial"/>
                          <a:cs typeface="Arial"/>
                        </a:rPr>
                        <a:t>PosterPresentations.com</a:t>
                      </a:r>
                      <a:r>
                        <a:rPr lang="en-US" sz="2400" noProof="0" dirty="0">
                          <a:solidFill>
                            <a:srgbClr val="D9D9D9"/>
                          </a:solidFill>
                          <a:latin typeface="Arial"/>
                          <a:cs typeface="Arial"/>
                        </a:rPr>
                        <a:t> and click on the "</a:t>
                      </a:r>
                      <a:r>
                        <a:rPr lang="en-US" sz="2400" noProof="0" dirty="0">
                          <a:solidFill>
                            <a:srgbClr val="FFC000"/>
                          </a:solidFill>
                          <a:latin typeface="Arial"/>
                          <a:cs typeface="Arial"/>
                        </a:rPr>
                        <a:t>Order Your Poster</a:t>
                      </a:r>
                      <a:r>
                        <a:rPr lang="en-US" sz="2400" noProof="0" dirty="0">
                          <a:solidFill>
                            <a:srgbClr val="D9D9D9"/>
                          </a:solidFill>
                          <a:latin typeface="Arial"/>
                          <a:cs typeface="Arial"/>
                        </a:rPr>
                        <a:t>" button. You can have your poster printed on professional papers, fabric for easy traveling and a variety of other materials. </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a:cs typeface="Arial"/>
                        </a:rPr>
                        <a:t>If you submit a PowerPoint document, you will be receiving a PDF proof for your approval prior to printing. If your order is placed and paid for before noon (Pacific time) Monday-Friday, your order will ship out that same day. FedEx Next day, Second day, Third day, and Free Ground services are offered. </a:t>
                      </a:r>
                    </a:p>
                    <a:p>
                      <a:pPr marL="0" marR="0" lvl="0" indent="0" algn="l" defTabSz="114300" rtl="0" eaLnBrk="1" fontAlgn="auto" latinLnBrk="0" hangingPunct="1">
                        <a:lnSpc>
                          <a:spcPct val="100000"/>
                        </a:lnSpc>
                        <a:spcBef>
                          <a:spcPts val="0"/>
                        </a:spcBef>
                        <a:spcAft>
                          <a:spcPts val="0"/>
                        </a:spcAft>
                        <a:buClrTx/>
                        <a:buSzTx/>
                        <a:buFontTx/>
                        <a:buNone/>
                        <a:tabLst/>
                        <a:defRPr/>
                      </a:pPr>
                      <a:br>
                        <a:rPr lang="en-US" sz="2400" noProof="0" dirty="0">
                          <a:solidFill>
                            <a:srgbClr val="D9D9D9"/>
                          </a:solidFill>
                          <a:latin typeface="Arial"/>
                          <a:cs typeface="Arial"/>
                        </a:rPr>
                      </a:br>
                      <a:r>
                        <a:rPr lang="en-US" sz="2400" noProof="0" dirty="0">
                          <a:solidFill>
                            <a:srgbClr val="D9D9D9"/>
                          </a:solidFill>
                          <a:latin typeface="Arial"/>
                          <a:cs typeface="Arial"/>
                        </a:rPr>
                        <a:t>Go to </a:t>
                      </a:r>
                      <a:r>
                        <a:rPr lang="en-US" sz="2400" noProof="0" dirty="0" err="1">
                          <a:solidFill>
                            <a:srgbClr val="FFC000"/>
                          </a:solidFill>
                          <a:latin typeface="Arial"/>
                          <a:cs typeface="Arial"/>
                        </a:rPr>
                        <a:t>PosterPresentations.com</a:t>
                      </a:r>
                      <a:r>
                        <a:rPr lang="en-US" sz="2400" noProof="0" dirty="0">
                          <a:solidFill>
                            <a:srgbClr val="D9D9D9"/>
                          </a:solidFill>
                          <a:latin typeface="Arial"/>
                          <a:cs typeface="Arial"/>
                        </a:rPr>
                        <a:t> for more information.</a:t>
                      </a:r>
                    </a:p>
                  </a:txBody>
                  <a:tcPr marL="182880" marT="137160">
                    <a:solidFill>
                      <a:srgbClr val="01010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r h="1354778">
                <a:tc gridSpan="3">
                  <a:txBody>
                    <a:bodyPr/>
                    <a:lstStyle/>
                    <a:p>
                      <a:endParaRPr lang="en-US" sz="2400" dirty="0">
                        <a:solidFill>
                          <a:srgbClr val="1F3A4E"/>
                        </a:solidFill>
                      </a:endParaRPr>
                    </a:p>
                  </a:txBody>
                  <a:tcPr marL="182880" marT="137160">
                    <a:blipFill dpi="0" rotWithShape="1">
                      <a:blip r:embed="rId11">
                        <a:extLst>
                          <a:ext uri="{28A0092B-C50C-407E-A947-70E740481C1C}">
                            <a14:useLocalDpi xmlns:a14="http://schemas.microsoft.com/office/drawing/2010/main" val="0"/>
                          </a:ext>
                        </a:extLst>
                      </a:blip>
                      <a:srcRect/>
                      <a:stretch>
                        <a:fillRect/>
                      </a:stretch>
                    </a:blip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8"/>
                  </a:ext>
                </a:extLst>
              </a:tr>
              <a:tr h="3212204">
                <a:tc>
                  <a:txBody>
                    <a:bodyPr/>
                    <a:lstStyle/>
                    <a:p>
                      <a:pPr>
                        <a:lnSpc>
                          <a:spcPts val="2600"/>
                        </a:lnSpc>
                      </a:pPr>
                      <a:r>
                        <a:rPr lang="en-US" sz="2000" dirty="0">
                          <a:solidFill>
                            <a:schemeClr val="bg1">
                              <a:lumMod val="85000"/>
                            </a:schemeClr>
                          </a:solidFill>
                          <a:latin typeface="Arial"/>
                          <a:cs typeface="Arial"/>
                        </a:rPr>
                        <a:t>© 2019</a:t>
                      </a:r>
                      <a:r>
                        <a:rPr lang="en-US" sz="2000" baseline="0" dirty="0">
                          <a:solidFill>
                            <a:schemeClr val="bg1">
                              <a:lumMod val="85000"/>
                            </a:schemeClr>
                          </a:solidFill>
                          <a:latin typeface="Arial"/>
                          <a:cs typeface="Arial"/>
                        </a:rPr>
                        <a:t> </a:t>
                      </a:r>
                      <a:r>
                        <a:rPr lang="en-US" sz="2000" dirty="0" err="1">
                          <a:solidFill>
                            <a:schemeClr val="bg1">
                              <a:lumMod val="85000"/>
                            </a:schemeClr>
                          </a:solidFill>
                          <a:latin typeface="Arial"/>
                          <a:cs typeface="Arial"/>
                        </a:rPr>
                        <a:t>PosterPresentations.com</a:t>
                      </a:r>
                      <a:br>
                        <a:rPr lang="en-US" sz="2000" dirty="0">
                          <a:solidFill>
                            <a:schemeClr val="bg1">
                              <a:lumMod val="85000"/>
                            </a:schemeClr>
                          </a:solidFill>
                          <a:latin typeface="Arial"/>
                          <a:cs typeface="Arial"/>
                        </a:rPr>
                      </a:br>
                      <a:r>
                        <a:rPr lang="en-US" sz="2000" dirty="0">
                          <a:solidFill>
                            <a:schemeClr val="bg1">
                              <a:lumMod val="85000"/>
                            </a:schemeClr>
                          </a:solidFill>
                          <a:latin typeface="Arial"/>
                          <a:cs typeface="Arial"/>
                        </a:rPr>
                        <a:t>2117 Fourth Street ,</a:t>
                      </a:r>
                      <a:r>
                        <a:rPr lang="en-US" sz="2000" baseline="0" dirty="0">
                          <a:solidFill>
                            <a:schemeClr val="bg1">
                              <a:lumMod val="85000"/>
                            </a:schemeClr>
                          </a:solidFill>
                          <a:latin typeface="Arial"/>
                          <a:cs typeface="Arial"/>
                        </a:rPr>
                        <a:t> STE C        </a:t>
                      </a:r>
                    </a:p>
                    <a:p>
                      <a:pPr>
                        <a:lnSpc>
                          <a:spcPts val="2600"/>
                        </a:lnSpc>
                      </a:pPr>
                      <a:r>
                        <a:rPr lang="en-US" sz="2000" baseline="0" dirty="0">
                          <a:solidFill>
                            <a:schemeClr val="bg1">
                              <a:lumMod val="85000"/>
                            </a:schemeClr>
                          </a:solidFill>
                          <a:latin typeface="Arial"/>
                          <a:cs typeface="Arial"/>
                        </a:rPr>
                        <a:t>Berkeley CA 94710 USA</a:t>
                      </a:r>
                      <a:endParaRPr lang="en-US" sz="2000" dirty="0">
                        <a:solidFill>
                          <a:schemeClr val="bg1">
                            <a:lumMod val="85000"/>
                          </a:schemeClr>
                        </a:solidFill>
                        <a:latin typeface="Arial"/>
                        <a:cs typeface="Arial"/>
                      </a:endParaRPr>
                    </a:p>
                  </a:txBody>
                  <a:tcPr marL="182880" marT="137160">
                    <a:solidFill>
                      <a:srgbClr val="010101"/>
                    </a:solidFill>
                  </a:tcPr>
                </a:tc>
                <a:tc gridSpan="2">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2400" b="1" dirty="0">
                          <a:solidFill>
                            <a:srgbClr val="D0D0D0"/>
                          </a:solidFill>
                          <a:latin typeface="Arial"/>
                          <a:cs typeface="Arial"/>
                        </a:rPr>
                        <a:t>For complete tutorials</a:t>
                      </a:r>
                      <a:r>
                        <a:rPr lang="en-US" sz="2400" b="1" baseline="0" dirty="0">
                          <a:solidFill>
                            <a:srgbClr val="D0D0D0"/>
                          </a:solidFill>
                          <a:latin typeface="Arial"/>
                          <a:cs typeface="Arial"/>
                        </a:rPr>
                        <a:t> visit:</a:t>
                      </a:r>
                    </a:p>
                    <a:p>
                      <a:pPr marL="0" marR="0" indent="0" algn="l" defTabSz="4388900" rtl="0" eaLnBrk="1" fontAlgn="auto" latinLnBrk="0" hangingPunct="1">
                        <a:lnSpc>
                          <a:spcPct val="100000"/>
                        </a:lnSpc>
                        <a:spcBef>
                          <a:spcPts val="0"/>
                        </a:spcBef>
                        <a:spcAft>
                          <a:spcPts val="0"/>
                        </a:spcAft>
                        <a:buClrTx/>
                        <a:buSzTx/>
                        <a:buFontTx/>
                        <a:buNone/>
                        <a:tabLst/>
                        <a:defRPr/>
                      </a:pPr>
                      <a:r>
                        <a:rPr lang="en-US" sz="1800" b="1" dirty="0">
                          <a:solidFill>
                            <a:srgbClr val="FFC000"/>
                          </a:solidFill>
                          <a:latin typeface="Arial"/>
                          <a:cs typeface="Arial"/>
                        </a:rPr>
                        <a:t>https://</a:t>
                      </a:r>
                      <a:r>
                        <a:rPr lang="en-US" sz="1800" b="1" dirty="0" err="1">
                          <a:solidFill>
                            <a:srgbClr val="FFC000"/>
                          </a:solidFill>
                          <a:latin typeface="Arial"/>
                          <a:cs typeface="Arial"/>
                        </a:rPr>
                        <a:t>www.posterpresentations.com</a:t>
                      </a:r>
                      <a:r>
                        <a:rPr lang="en-US" sz="1800" b="1" dirty="0">
                          <a:solidFill>
                            <a:srgbClr val="FFC000"/>
                          </a:solidFill>
                          <a:latin typeface="Arial"/>
                          <a:cs typeface="Arial"/>
                        </a:rPr>
                        <a:t>/</a:t>
                      </a:r>
                      <a:r>
                        <a:rPr lang="en-US" sz="1800" b="1" dirty="0" err="1">
                          <a:solidFill>
                            <a:srgbClr val="FFC000"/>
                          </a:solidFill>
                          <a:latin typeface="Arial"/>
                          <a:cs typeface="Arial"/>
                        </a:rPr>
                        <a:t>helpdesk.html</a:t>
                      </a:r>
                      <a:endParaRPr lang="en-US" sz="1800" dirty="0">
                        <a:solidFill>
                          <a:schemeClr val="bg1">
                            <a:lumMod val="85000"/>
                          </a:schemeClr>
                        </a:solidFill>
                        <a:latin typeface="Arial"/>
                        <a:cs typeface="Arial"/>
                      </a:endParaRPr>
                    </a:p>
                  </a:txBody>
                  <a:tcPr marL="182880" marT="137160">
                    <a:solidFill>
                      <a:srgbClr val="010101"/>
                    </a:solidFill>
                  </a:tcPr>
                </a:tc>
                <a:tc hMerge="1">
                  <a:txBody>
                    <a:bodyPr/>
                    <a:lstStyle/>
                    <a:p>
                      <a:endParaRPr lang="en-US"/>
                    </a:p>
                  </a:txBody>
                  <a:tcPr/>
                </a:tc>
                <a:extLst>
                  <a:ext uri="{0D108BD9-81ED-4DB2-BD59-A6C34878D82A}">
                    <a16:rowId xmlns:a16="http://schemas.microsoft.com/office/drawing/2014/main" val="10009"/>
                  </a:ext>
                </a:extLst>
              </a:tr>
            </a:tbl>
          </a:graphicData>
        </a:graphic>
      </p:graphicFrame>
    </p:spTree>
  </p:cSld>
  <p:clrMap bg1="lt1" tx1="dk1" bg2="lt2" tx2="dk2" accent1="accent1" accent2="accent2" accent3="accent3" accent4="accent4" accent5="accent5" accent6="accent6" hlink="hlink" folHlink="folHlink"/>
  <p:sldLayoutIdLst>
    <p:sldLayoutId id="2147483652" r:id="rId1"/>
  </p:sldLayoutIdLst>
  <p:txStyles>
    <p:titleStyle>
      <a:lvl1pPr algn="ctr" defTabSz="4388900" rtl="0" eaLnBrk="1" latinLnBrk="0" hangingPunct="1">
        <a:spcBef>
          <a:spcPct val="0"/>
        </a:spcBef>
        <a:buNone/>
        <a:defRPr sz="8800" kern="1200">
          <a:solidFill>
            <a:schemeClr val="bg1"/>
          </a:solidFill>
          <a:latin typeface="Trebuchet MS" pitchFamily="34" charset="0"/>
          <a:ea typeface="+mj-ea"/>
          <a:cs typeface="+mj-cs"/>
        </a:defRPr>
      </a:lvl1pPr>
    </p:titleStyle>
    <p:body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2" name="Rectangle 41">
            <a:extLst>
              <a:ext uri="{FF2B5EF4-FFF2-40B4-BE49-F238E27FC236}">
                <a16:creationId xmlns:a16="http://schemas.microsoft.com/office/drawing/2014/main" id="{F896691F-3283-DE4D-A262-B7A29B5D85DD}"/>
              </a:ext>
            </a:extLst>
          </p:cNvPr>
          <p:cNvSpPr/>
          <p:nvPr userDrawn="1"/>
        </p:nvSpPr>
        <p:spPr>
          <a:xfrm>
            <a:off x="0" y="-4325"/>
            <a:ext cx="43891200" cy="32973465"/>
          </a:xfrm>
          <a:prstGeom prst="rect">
            <a:avLst/>
          </a:prstGeom>
          <a:solidFill>
            <a:schemeClr val="accent1">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 Box 14"/>
          <p:cNvSpPr txBox="1">
            <a:spLocks noChangeArrowheads="1"/>
          </p:cNvSpPr>
          <p:nvPr/>
        </p:nvSpPr>
        <p:spPr bwMode="auto">
          <a:xfrm>
            <a:off x="1567305" y="32390910"/>
            <a:ext cx="2514600" cy="336819"/>
          </a:xfrm>
          <a:prstGeom prst="rect">
            <a:avLst/>
          </a:prstGeom>
          <a:noFill/>
          <a:ln w="9525">
            <a:noFill/>
            <a:miter lim="800000"/>
            <a:headEnd/>
            <a:tailEnd/>
          </a:ln>
          <a:effectLst/>
        </p:spPr>
        <p:txBody>
          <a:bodyPr lIns="91263" tIns="45623" rIns="91263" bIns="45623">
            <a:spAutoFit/>
          </a:bodyPr>
          <a:lstStyle/>
          <a:p>
            <a:pPr eaLnBrk="0" hangingPunct="0">
              <a:lnSpc>
                <a:spcPct val="65000"/>
              </a:lnSpc>
              <a:spcBef>
                <a:spcPct val="50000"/>
              </a:spcBef>
              <a:defRPr/>
            </a:pPr>
            <a:r>
              <a:rPr lang="en-US" sz="500" b="1" dirty="0">
                <a:solidFill>
                  <a:schemeClr val="bg1">
                    <a:lumMod val="75000"/>
                  </a:schemeClr>
                </a:solidFill>
                <a:latin typeface="Arial" charset="0"/>
              </a:rPr>
              <a:t>RESEARCH POSTER PRESENTATION DESIGN © 2015</a:t>
            </a:r>
          </a:p>
          <a:p>
            <a:pPr eaLnBrk="0" hangingPunct="0">
              <a:lnSpc>
                <a:spcPct val="65000"/>
              </a:lnSpc>
              <a:spcBef>
                <a:spcPct val="50000"/>
              </a:spcBef>
              <a:defRPr/>
            </a:pPr>
            <a:r>
              <a:rPr lang="en-US" sz="1100" b="1" dirty="0">
                <a:solidFill>
                  <a:schemeClr val="bg1">
                    <a:lumMod val="75000"/>
                  </a:schemeClr>
                </a:solidFill>
                <a:latin typeface="Arial" charset="0"/>
              </a:rPr>
              <a:t>www.PosterPresentations.com</a:t>
            </a:r>
          </a:p>
        </p:txBody>
      </p:sp>
      <p:sp>
        <p:nvSpPr>
          <p:cNvPr id="33" name="Rectangle 32">
            <a:extLst>
              <a:ext uri="{FF2B5EF4-FFF2-40B4-BE49-F238E27FC236}">
                <a16:creationId xmlns:a16="http://schemas.microsoft.com/office/drawing/2014/main" id="{8B239566-0032-594E-87CC-F52C9841D2C1}"/>
              </a:ext>
            </a:extLst>
          </p:cNvPr>
          <p:cNvSpPr/>
          <p:nvPr userDrawn="1"/>
        </p:nvSpPr>
        <p:spPr>
          <a:xfrm>
            <a:off x="0" y="31902376"/>
            <a:ext cx="43891200" cy="102863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C85F28D0-47AE-074E-8801-CCC11808041B}"/>
              </a:ext>
            </a:extLst>
          </p:cNvPr>
          <p:cNvSpPr/>
          <p:nvPr userDrawn="1"/>
        </p:nvSpPr>
        <p:spPr>
          <a:xfrm>
            <a:off x="0" y="-4324"/>
            <a:ext cx="43891200" cy="102863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ounded Rectangle 34">
            <a:extLst>
              <a:ext uri="{FF2B5EF4-FFF2-40B4-BE49-F238E27FC236}">
                <a16:creationId xmlns:a16="http://schemas.microsoft.com/office/drawing/2014/main" id="{EE937E76-4906-974E-BFC4-59D3C8CF049E}"/>
              </a:ext>
            </a:extLst>
          </p:cNvPr>
          <p:cNvSpPr/>
          <p:nvPr userDrawn="1"/>
        </p:nvSpPr>
        <p:spPr>
          <a:xfrm>
            <a:off x="10972800" y="-4324"/>
            <a:ext cx="21945600" cy="32918400"/>
          </a:xfrm>
          <a:prstGeom prst="roundRect">
            <a:avLst>
              <a:gd name="adj" fmla="val 67"/>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978"/>
          </a:p>
        </p:txBody>
      </p:sp>
      <p:sp>
        <p:nvSpPr>
          <p:cNvPr id="40" name="Text Box 14">
            <a:extLst>
              <a:ext uri="{FF2B5EF4-FFF2-40B4-BE49-F238E27FC236}">
                <a16:creationId xmlns:a16="http://schemas.microsoft.com/office/drawing/2014/main" id="{C3373478-AEF9-754C-ABC7-23EC1B52CE0C}"/>
              </a:ext>
            </a:extLst>
          </p:cNvPr>
          <p:cNvSpPr txBox="1">
            <a:spLocks noChangeArrowheads="1"/>
          </p:cNvSpPr>
          <p:nvPr userDrawn="1"/>
        </p:nvSpPr>
        <p:spPr bwMode="auto">
          <a:xfrm>
            <a:off x="700676" y="32061839"/>
            <a:ext cx="8291482" cy="653921"/>
          </a:xfrm>
          <a:prstGeom prst="rect">
            <a:avLst/>
          </a:prstGeom>
          <a:noFill/>
          <a:ln w="9525">
            <a:noFill/>
            <a:miter lim="800000"/>
            <a:headEnd/>
            <a:tailEnd/>
          </a:ln>
          <a:effectLst/>
        </p:spPr>
        <p:txBody>
          <a:bodyPr wrap="square" lIns="259594" tIns="129774" rIns="259594" bIns="129774">
            <a:spAutoFit/>
          </a:bodyPr>
          <a:lstStyle/>
          <a:p>
            <a:pPr eaLnBrk="0" hangingPunct="0">
              <a:lnSpc>
                <a:spcPts val="772"/>
              </a:lnSpc>
              <a:spcBef>
                <a:spcPct val="50000"/>
              </a:spcBef>
              <a:defRPr/>
            </a:pPr>
            <a:r>
              <a:rPr lang="en-US" sz="1050" b="1" dirty="0">
                <a:solidFill>
                  <a:schemeClr val="bg1">
                    <a:lumMod val="50000"/>
                  </a:schemeClr>
                </a:solidFill>
                <a:latin typeface="Arial" charset="0"/>
              </a:rPr>
              <a:t>RESEARCH POSTER PRESENTATION TEMPLATE © 2019</a:t>
            </a:r>
          </a:p>
          <a:p>
            <a:pPr eaLnBrk="0" hangingPunct="0">
              <a:lnSpc>
                <a:spcPts val="772"/>
              </a:lnSpc>
              <a:spcBef>
                <a:spcPct val="50000"/>
              </a:spcBef>
              <a:defRPr/>
            </a:pPr>
            <a:r>
              <a:rPr lang="en-US" sz="2000" b="1" dirty="0">
                <a:solidFill>
                  <a:schemeClr val="bg1">
                    <a:lumMod val="50000"/>
                  </a:schemeClr>
                </a:solidFill>
                <a:latin typeface="Arial" charset="0"/>
              </a:rPr>
              <a:t>www.PosterPresentations.com</a:t>
            </a:r>
          </a:p>
        </p:txBody>
      </p:sp>
    </p:spTree>
    <p:extLst>
      <p:ext uri="{BB962C8B-B14F-4D97-AF65-F5344CB8AC3E}">
        <p14:creationId xmlns:p14="http://schemas.microsoft.com/office/powerpoint/2010/main" val="4281985044"/>
      </p:ext>
    </p:extLst>
  </p:cSld>
  <p:clrMap bg1="lt1" tx1="dk1" bg2="lt2" tx2="dk2" accent1="accent1" accent2="accent2" accent3="accent3" accent4="accent4" accent5="accent5" accent6="accent6" hlink="hlink" folHlink="folHlink"/>
  <p:sldLayoutIdLst>
    <p:sldLayoutId id="2147483654" r:id="rId1"/>
  </p:sldLayoutIdLst>
  <p:txStyles>
    <p:titleStyle>
      <a:lvl1pPr algn="ctr" defTabSz="4388900" rtl="0" eaLnBrk="1" latinLnBrk="0" hangingPunct="1">
        <a:spcBef>
          <a:spcPct val="0"/>
        </a:spcBef>
        <a:buNone/>
        <a:defRPr sz="8800" kern="1200">
          <a:solidFill>
            <a:schemeClr val="bg1"/>
          </a:solidFill>
          <a:latin typeface="Trebuchet MS" pitchFamily="34" charset="0"/>
          <a:ea typeface="+mj-ea"/>
          <a:cs typeface="+mj-cs"/>
        </a:defRPr>
      </a:lvl1pPr>
    </p:titleStyle>
    <p:body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jpeg"/><Relationship Id="rId2" Type="http://schemas.openxmlformats.org/officeDocument/2006/relationships/image" Target="../media/image9.png"/><Relationship Id="rId1" Type="http://schemas.openxmlformats.org/officeDocument/2006/relationships/slideLayout" Target="../slideLayouts/slideLayout1.xml"/><Relationship Id="rId6" Type="http://schemas.openxmlformats.org/officeDocument/2006/relationships/image" Target="../media/image13.jpeg"/><Relationship Id="rId5" Type="http://schemas.openxmlformats.org/officeDocument/2006/relationships/image" Target="../media/image12.jpeg"/><Relationship Id="rId4" Type="http://schemas.openxmlformats.org/officeDocument/2006/relationships/image" Target="../media/image11.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5F9FB"/>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28BD62E-D5AC-4887-82D1-1C361914B09A}"/>
              </a:ext>
            </a:extLst>
          </p:cNvPr>
          <p:cNvPicPr>
            <a:picLocks noChangeAspect="1"/>
          </p:cNvPicPr>
          <p:nvPr/>
        </p:nvPicPr>
        <p:blipFill>
          <a:blip r:embed="rId2"/>
          <a:stretch>
            <a:fillRect/>
          </a:stretch>
        </p:blipFill>
        <p:spPr>
          <a:xfrm>
            <a:off x="25493800" y="0"/>
            <a:ext cx="7232093" cy="5958132"/>
          </a:xfrm>
          <a:prstGeom prst="rect">
            <a:avLst/>
          </a:prstGeom>
        </p:spPr>
      </p:pic>
      <p:sp>
        <p:nvSpPr>
          <p:cNvPr id="17" name="Text Placeholder 16">
            <a:extLst>
              <a:ext uri="{FF2B5EF4-FFF2-40B4-BE49-F238E27FC236}">
                <a16:creationId xmlns:a16="http://schemas.microsoft.com/office/drawing/2014/main" id="{F4E7DA59-2404-F940-AB16-3000C9D38836}"/>
              </a:ext>
            </a:extLst>
          </p:cNvPr>
          <p:cNvSpPr>
            <a:spLocks noGrp="1"/>
          </p:cNvSpPr>
          <p:nvPr>
            <p:ph type="body" sz="quarter" idx="10"/>
          </p:nvPr>
        </p:nvSpPr>
        <p:spPr>
          <a:xfrm>
            <a:off x="922656" y="8124091"/>
            <a:ext cx="9144000" cy="5766366"/>
          </a:xfrm>
        </p:spPr>
        <p:txBody>
          <a:bodyPr wrap="square" lIns="228589" tIns="228589" rIns="228589" bIns="228589" anchor="t">
            <a:noAutofit/>
          </a:bodyPr>
          <a:lstStyle/>
          <a:p>
            <a:r>
              <a:rPr lang="en-US" sz="4000" dirty="0">
                <a:latin typeface="Times New Roman" panose="02020603050405020304" pitchFamily="18" charset="0"/>
                <a:cs typeface="Times New Roman" panose="02020603050405020304" pitchFamily="18" charset="0"/>
              </a:rPr>
              <a:t>Wearable devices are electronic accessories that are designed to be worn by the consumer. Most of the time wearable devices  work in collaboration with another device. For example, air pods are a wearable device commonly used with iPhones. Air pods allow you to listen to music with it being completely wireless.</a:t>
            </a:r>
          </a:p>
        </p:txBody>
      </p:sp>
      <p:sp>
        <p:nvSpPr>
          <p:cNvPr id="18" name="Text Placeholder 17">
            <a:extLst>
              <a:ext uri="{FF2B5EF4-FFF2-40B4-BE49-F238E27FC236}">
                <a16:creationId xmlns:a16="http://schemas.microsoft.com/office/drawing/2014/main" id="{B7FDE71C-B466-2241-8074-F003B01B4F9F}"/>
              </a:ext>
            </a:extLst>
          </p:cNvPr>
          <p:cNvSpPr>
            <a:spLocks noGrp="1"/>
          </p:cNvSpPr>
          <p:nvPr>
            <p:ph type="body" sz="quarter" idx="11"/>
          </p:nvPr>
        </p:nvSpPr>
        <p:spPr>
          <a:xfrm>
            <a:off x="872836" y="7310780"/>
            <a:ext cx="9144000" cy="800211"/>
          </a:xfrm>
        </p:spPr>
        <p:txBody>
          <a:bodyPr/>
          <a:lstStyle/>
          <a:p>
            <a:r>
              <a:rPr lang="en-US" sz="4400" dirty="0">
                <a:latin typeface="Times New Roman" panose="02020603050405020304" pitchFamily="18" charset="0"/>
                <a:cs typeface="Times New Roman" panose="02020603050405020304" pitchFamily="18" charset="0"/>
              </a:rPr>
              <a:t>Introduction</a:t>
            </a:r>
            <a:r>
              <a:rPr lang="en-US" dirty="0">
                <a:latin typeface="Times New Roman" panose="02020603050405020304" pitchFamily="18" charset="0"/>
                <a:cs typeface="Times New Roman" panose="02020603050405020304" pitchFamily="18" charset="0"/>
              </a:rPr>
              <a:t> </a:t>
            </a:r>
          </a:p>
        </p:txBody>
      </p:sp>
      <p:sp>
        <p:nvSpPr>
          <p:cNvPr id="19" name="Text Placeholder 18">
            <a:extLst>
              <a:ext uri="{FF2B5EF4-FFF2-40B4-BE49-F238E27FC236}">
                <a16:creationId xmlns:a16="http://schemas.microsoft.com/office/drawing/2014/main" id="{8717B25D-9D4A-1941-BDCF-A843A732BDDA}"/>
              </a:ext>
            </a:extLst>
          </p:cNvPr>
          <p:cNvSpPr>
            <a:spLocks noGrp="1"/>
          </p:cNvSpPr>
          <p:nvPr>
            <p:ph type="body" sz="quarter" idx="20"/>
          </p:nvPr>
        </p:nvSpPr>
        <p:spPr>
          <a:xfrm>
            <a:off x="1010366" y="13903557"/>
            <a:ext cx="9144000" cy="800211"/>
          </a:xfrm>
        </p:spPr>
        <p:txBody>
          <a:bodyPr/>
          <a:lstStyle/>
          <a:p>
            <a:r>
              <a:rPr lang="en-US" sz="4800" dirty="0">
                <a:latin typeface="Times New Roman" panose="02020603050405020304" pitchFamily="18" charset="0"/>
                <a:cs typeface="Times New Roman" panose="02020603050405020304" pitchFamily="18" charset="0"/>
              </a:rPr>
              <a:t>History and Development </a:t>
            </a:r>
          </a:p>
        </p:txBody>
      </p:sp>
      <p:sp>
        <p:nvSpPr>
          <p:cNvPr id="20" name="Text Placeholder 19">
            <a:extLst>
              <a:ext uri="{FF2B5EF4-FFF2-40B4-BE49-F238E27FC236}">
                <a16:creationId xmlns:a16="http://schemas.microsoft.com/office/drawing/2014/main" id="{8CEC88B4-601E-5648-AABB-A5549E013645}"/>
              </a:ext>
            </a:extLst>
          </p:cNvPr>
          <p:cNvSpPr>
            <a:spLocks noGrp="1"/>
          </p:cNvSpPr>
          <p:nvPr>
            <p:ph type="body" sz="quarter" idx="27"/>
          </p:nvPr>
        </p:nvSpPr>
        <p:spPr>
          <a:xfrm>
            <a:off x="867966" y="21946751"/>
            <a:ext cx="9144000" cy="1567145"/>
          </a:xfrm>
        </p:spPr>
        <p:txBody>
          <a:bodyPr/>
          <a:lstStyle/>
          <a:p>
            <a:r>
              <a:rPr lang="en-US" sz="4400" dirty="0">
                <a:latin typeface="Times New Roman" panose="02020603050405020304" pitchFamily="18" charset="0"/>
                <a:cs typeface="Times New Roman" panose="02020603050405020304" pitchFamily="18" charset="0"/>
              </a:rPr>
              <a:t>Wearable devices in gaming </a:t>
            </a:r>
          </a:p>
        </p:txBody>
      </p:sp>
      <p:sp>
        <p:nvSpPr>
          <p:cNvPr id="21" name="Text Placeholder 20">
            <a:extLst>
              <a:ext uri="{FF2B5EF4-FFF2-40B4-BE49-F238E27FC236}">
                <a16:creationId xmlns:a16="http://schemas.microsoft.com/office/drawing/2014/main" id="{2B2F6538-B8B9-9B49-9DF3-A68A9ABB3D94}"/>
              </a:ext>
            </a:extLst>
          </p:cNvPr>
          <p:cNvSpPr>
            <a:spLocks noGrp="1"/>
          </p:cNvSpPr>
          <p:nvPr>
            <p:ph type="body" sz="quarter" idx="28"/>
          </p:nvPr>
        </p:nvSpPr>
        <p:spPr>
          <a:xfrm>
            <a:off x="867966" y="23135464"/>
            <a:ext cx="9144000" cy="7857042"/>
          </a:xfrm>
        </p:spPr>
        <p:txBody>
          <a:bodyPr wrap="square" lIns="228589" tIns="228589" rIns="228589" bIns="228589" anchor="t">
            <a:noAutofit/>
          </a:bodyPr>
          <a:lstStyle/>
          <a:p>
            <a:r>
              <a:rPr lang="en-US" sz="4000" dirty="0">
                <a:latin typeface="Times New Roman" panose="02020603050405020304" pitchFamily="18" charset="0"/>
                <a:cs typeface="Times New Roman" panose="02020603050405020304" pitchFamily="18" charset="0"/>
              </a:rPr>
              <a:t>When thinking of wearable devices in gaming the first thing that comes to mind is VR or virtual reality. VR is a simulated experience that places the user in an environment that allows lifelike interactions and perceptions. Another use of wearable devices in gaming would be with Augmented reality. </a:t>
            </a:r>
            <a:r>
              <a:rPr lang="en-US" sz="4000" dirty="0">
                <a:effectLst/>
                <a:latin typeface="Times New Roman" panose="02020603050405020304" pitchFamily="18" charset="0"/>
                <a:ea typeface="SimSun" panose="02010600030101010101" pitchFamily="2" charset="-122"/>
                <a:cs typeface="Times New Roman" panose="02020603050405020304" pitchFamily="18" charset="0"/>
              </a:rPr>
              <a:t>Augmented reality is like virtual reality, but it is different in some ways. Augmented reality uses google glass or other devices to see a virtual object on the real world.</a:t>
            </a:r>
            <a:r>
              <a:rPr lang="en-US" sz="4000" dirty="0">
                <a:latin typeface="Times New Roman" panose="02020603050405020304" pitchFamily="18" charset="0"/>
                <a:ea typeface="SimSun" panose="02010600030101010101" pitchFamily="2" charset="-122"/>
                <a:cs typeface="Times New Roman" panose="02020603050405020304" pitchFamily="18" charset="0"/>
              </a:rPr>
              <a:t> For example, the popular game Pokémon Go was created with this technology.</a:t>
            </a:r>
            <a:r>
              <a:rPr lang="en-US" dirty="0">
                <a:latin typeface="Calibri"/>
                <a:cs typeface="Calibri"/>
              </a:rPr>
              <a:t>	</a:t>
            </a:r>
          </a:p>
        </p:txBody>
      </p:sp>
      <p:sp>
        <p:nvSpPr>
          <p:cNvPr id="22" name="Text Placeholder 21">
            <a:extLst>
              <a:ext uri="{FF2B5EF4-FFF2-40B4-BE49-F238E27FC236}">
                <a16:creationId xmlns:a16="http://schemas.microsoft.com/office/drawing/2014/main" id="{FB3537EB-7133-E049-ABB3-6DDC8A47B65B}"/>
              </a:ext>
            </a:extLst>
          </p:cNvPr>
          <p:cNvSpPr>
            <a:spLocks noGrp="1"/>
          </p:cNvSpPr>
          <p:nvPr>
            <p:ph type="body" sz="quarter" idx="29"/>
          </p:nvPr>
        </p:nvSpPr>
        <p:spPr>
          <a:xfrm>
            <a:off x="33874364" y="19180354"/>
            <a:ext cx="9144000" cy="923322"/>
          </a:xfrm>
        </p:spPr>
        <p:txBody>
          <a:bodyPr/>
          <a:lstStyle/>
          <a:p>
            <a:r>
              <a:rPr lang="en-US" sz="4800" dirty="0">
                <a:latin typeface="Times New Roman" panose="02020603050405020304" pitchFamily="18" charset="0"/>
                <a:cs typeface="Times New Roman" panose="02020603050405020304" pitchFamily="18" charset="0"/>
              </a:rPr>
              <a:t>Conclusion </a:t>
            </a:r>
          </a:p>
        </p:txBody>
      </p:sp>
      <p:sp>
        <p:nvSpPr>
          <p:cNvPr id="23" name="Text Placeholder 22">
            <a:extLst>
              <a:ext uri="{FF2B5EF4-FFF2-40B4-BE49-F238E27FC236}">
                <a16:creationId xmlns:a16="http://schemas.microsoft.com/office/drawing/2014/main" id="{749C5BA6-076B-2A49-A1CF-02551F816FF1}"/>
              </a:ext>
            </a:extLst>
          </p:cNvPr>
          <p:cNvSpPr>
            <a:spLocks noGrp="1"/>
          </p:cNvSpPr>
          <p:nvPr>
            <p:ph type="body" sz="quarter" idx="30"/>
          </p:nvPr>
        </p:nvSpPr>
        <p:spPr>
          <a:xfrm>
            <a:off x="33832800" y="20103676"/>
            <a:ext cx="9144000" cy="10802935"/>
          </a:xfrm>
        </p:spPr>
        <p:txBody>
          <a:bodyPr wrap="square" lIns="228589" tIns="228589" rIns="228589" bIns="228589" anchor="t">
            <a:spAutoFit/>
          </a:bodyPr>
          <a:lstStyle/>
          <a:p>
            <a:r>
              <a:rPr lang="en-US" sz="4800" dirty="0">
                <a:effectLst/>
                <a:latin typeface="Times New Roman" panose="02020603050405020304" pitchFamily="18" charset="0"/>
                <a:ea typeface="SimSun" panose="02010600030101010101" pitchFamily="2" charset="-122"/>
              </a:rPr>
              <a:t>Wearable devices have been seen to be the one of the most prominent inventions of our lifetime. </a:t>
            </a:r>
            <a:r>
              <a:rPr lang="en-US" sz="4800" dirty="0">
                <a:latin typeface="Times New Roman" panose="02020603050405020304" pitchFamily="18" charset="0"/>
                <a:cs typeface="Times New Roman" panose="02020603050405020304" pitchFamily="18" charset="0"/>
              </a:rPr>
              <a:t>Wearable devices has only scratched the surface of its possibilities. As computers grow and advance so will wearable devices. The impact that computers have to our future is also because of people using wearable devices. </a:t>
            </a:r>
            <a:r>
              <a:rPr lang="en-US" sz="4800" dirty="0">
                <a:effectLst/>
                <a:latin typeface="Times New Roman" panose="02020603050405020304" pitchFamily="18" charset="0"/>
                <a:ea typeface="SimSun" panose="02010600030101010101" pitchFamily="2" charset="-122"/>
              </a:rPr>
              <a:t>In the last generation, people had to adapt to computers, but in this generation, people will have to adapt to wearable devices.</a:t>
            </a:r>
            <a:endParaRPr lang="en-US" sz="4800" dirty="0">
              <a:latin typeface="Times New Roman" panose="02020603050405020304" pitchFamily="18" charset="0"/>
              <a:cs typeface="Times New Roman" panose="02020603050405020304" pitchFamily="18" charset="0"/>
            </a:endParaRPr>
          </a:p>
        </p:txBody>
      </p:sp>
      <p:sp>
        <p:nvSpPr>
          <p:cNvPr id="24" name="Text Placeholder 23">
            <a:extLst>
              <a:ext uri="{FF2B5EF4-FFF2-40B4-BE49-F238E27FC236}">
                <a16:creationId xmlns:a16="http://schemas.microsoft.com/office/drawing/2014/main" id="{04C12DA0-72E9-7245-A596-E069725C2ABC}"/>
              </a:ext>
            </a:extLst>
          </p:cNvPr>
          <p:cNvSpPr>
            <a:spLocks noGrp="1"/>
          </p:cNvSpPr>
          <p:nvPr>
            <p:ph type="body" sz="quarter" idx="96"/>
          </p:nvPr>
        </p:nvSpPr>
        <p:spPr>
          <a:xfrm>
            <a:off x="939166" y="14528834"/>
            <a:ext cx="9144000" cy="7857042"/>
          </a:xfrm>
        </p:spPr>
        <p:txBody>
          <a:bodyPr wrap="square" lIns="228589" tIns="228589" rIns="228589" bIns="228589" anchor="t">
            <a:noAutofit/>
          </a:bodyPr>
          <a:lstStyle/>
          <a:p>
            <a:r>
              <a:rPr lang="en-US" sz="4000" dirty="0">
                <a:latin typeface="Times New Roman" panose="02020603050405020304" pitchFamily="18" charset="0"/>
                <a:cs typeface="Times New Roman" panose="02020603050405020304" pitchFamily="18" charset="0"/>
              </a:rPr>
              <a:t>Wearable devices started as early as the 1600s with the introduction of the first wearable computer.  Development continued throughout the years with inventions such as  the calculator watch, wireless webcam, and other devices. Wearable devices really saw its advancement in the 2010s as technology began to advance. Google launched its prototype for smart glasses.  Although it was deemed unsuccessful, wearable devices continue to advance and develop</a:t>
            </a:r>
            <a:r>
              <a:rPr lang="en-US" sz="4400" dirty="0">
                <a:latin typeface="Times New Roman" panose="02020603050405020304" pitchFamily="18" charset="0"/>
                <a:cs typeface="Times New Roman" panose="02020603050405020304" pitchFamily="18" charset="0"/>
              </a:rPr>
              <a:t>. </a:t>
            </a:r>
          </a:p>
          <a:p>
            <a:endParaRPr lang="en-US" sz="4400" dirty="0"/>
          </a:p>
        </p:txBody>
      </p:sp>
      <p:sp>
        <p:nvSpPr>
          <p:cNvPr id="25" name="Text Placeholder 24">
            <a:extLst>
              <a:ext uri="{FF2B5EF4-FFF2-40B4-BE49-F238E27FC236}">
                <a16:creationId xmlns:a16="http://schemas.microsoft.com/office/drawing/2014/main" id="{29994D04-7C15-C148-BE2D-AD657AAEF15E}"/>
              </a:ext>
            </a:extLst>
          </p:cNvPr>
          <p:cNvSpPr>
            <a:spLocks noGrp="1"/>
          </p:cNvSpPr>
          <p:nvPr>
            <p:ph type="body" sz="quarter" idx="154"/>
          </p:nvPr>
        </p:nvSpPr>
        <p:spPr>
          <a:xfrm>
            <a:off x="20001830" y="4678577"/>
            <a:ext cx="12724064" cy="12865060"/>
          </a:xfrm>
        </p:spPr>
        <p:txBody>
          <a:bodyPr wrap="square" lIns="91440" tIns="45720" rIns="91440" bIns="45720" anchor="t" anchorCtr="0">
            <a:spAutoFit/>
          </a:bodyPr>
          <a:lstStyle/>
          <a:p>
            <a:r>
              <a:rPr lang="en-US" dirty="0">
                <a:latin typeface="Times New Roman" panose="02020603050405020304" pitchFamily="18" charset="0"/>
                <a:cs typeface="Times New Roman" panose="02020603050405020304" pitchFamily="18" charset="0"/>
              </a:rPr>
              <a:t>THE FUTURE OF WEARABLE DEVICES IS BRIGHT. </a:t>
            </a:r>
          </a:p>
        </p:txBody>
      </p:sp>
      <p:sp>
        <p:nvSpPr>
          <p:cNvPr id="28" name="Text Placeholder 27">
            <a:extLst>
              <a:ext uri="{FF2B5EF4-FFF2-40B4-BE49-F238E27FC236}">
                <a16:creationId xmlns:a16="http://schemas.microsoft.com/office/drawing/2014/main" id="{E213558D-69AA-E643-AE61-0A3BA464E76C}"/>
              </a:ext>
            </a:extLst>
          </p:cNvPr>
          <p:cNvSpPr>
            <a:spLocks noGrp="1"/>
          </p:cNvSpPr>
          <p:nvPr>
            <p:ph type="body" sz="quarter" idx="157"/>
          </p:nvPr>
        </p:nvSpPr>
        <p:spPr/>
        <p:txBody>
          <a:bodyPr/>
          <a:lstStyle/>
          <a:p>
            <a:r>
              <a:rPr lang="en-US" dirty="0">
                <a:latin typeface="Times New Roman" panose="02020603050405020304" pitchFamily="18" charset="0"/>
                <a:cs typeface="Times New Roman" panose="02020603050405020304" pitchFamily="18" charset="0"/>
              </a:rPr>
              <a:t>John James, </a:t>
            </a:r>
            <a:r>
              <a:rPr lang="en-US" dirty="0" err="1">
                <a:latin typeface="Times New Roman" panose="02020603050405020304" pitchFamily="18" charset="0"/>
                <a:cs typeface="Times New Roman" panose="02020603050405020304" pitchFamily="18" charset="0"/>
              </a:rPr>
              <a:t>Maoting</a:t>
            </a:r>
            <a:r>
              <a:rPr lang="en-US" dirty="0">
                <a:latin typeface="Times New Roman" panose="02020603050405020304" pitchFamily="18" charset="0"/>
                <a:cs typeface="Times New Roman" panose="02020603050405020304" pitchFamily="18" charset="0"/>
              </a:rPr>
              <a:t> Zeng, Daniel Munoz, and Jada McRae</a:t>
            </a:r>
          </a:p>
        </p:txBody>
      </p:sp>
      <p:sp>
        <p:nvSpPr>
          <p:cNvPr id="29" name="Text Placeholder 28">
            <a:extLst>
              <a:ext uri="{FF2B5EF4-FFF2-40B4-BE49-F238E27FC236}">
                <a16:creationId xmlns:a16="http://schemas.microsoft.com/office/drawing/2014/main" id="{D195F3F8-46B6-F84F-91EF-12EAF459C14D}"/>
              </a:ext>
            </a:extLst>
          </p:cNvPr>
          <p:cNvSpPr>
            <a:spLocks noGrp="1"/>
          </p:cNvSpPr>
          <p:nvPr>
            <p:ph type="body" sz="quarter" idx="158"/>
          </p:nvPr>
        </p:nvSpPr>
        <p:spPr>
          <a:xfrm>
            <a:off x="1000790" y="6234387"/>
            <a:ext cx="9144000" cy="1415764"/>
          </a:xfrm>
        </p:spPr>
        <p:txBody>
          <a:bodyPr/>
          <a:lstStyle/>
          <a:p>
            <a:r>
              <a:rPr lang="en-US" dirty="0">
                <a:latin typeface="Times New Roman" panose="02020603050405020304" pitchFamily="18" charset="0"/>
                <a:cs typeface="Times New Roman" panose="02020603050405020304" pitchFamily="18" charset="0"/>
              </a:rPr>
              <a:t>Computer Organization Section A</a:t>
            </a:r>
          </a:p>
        </p:txBody>
      </p:sp>
      <p:sp>
        <p:nvSpPr>
          <p:cNvPr id="30" name="Text Placeholder 29">
            <a:extLst>
              <a:ext uri="{FF2B5EF4-FFF2-40B4-BE49-F238E27FC236}">
                <a16:creationId xmlns:a16="http://schemas.microsoft.com/office/drawing/2014/main" id="{DC7212AC-BE8E-ED48-A9F4-BDCF9F158B5E}"/>
              </a:ext>
            </a:extLst>
          </p:cNvPr>
          <p:cNvSpPr>
            <a:spLocks noGrp="1"/>
          </p:cNvSpPr>
          <p:nvPr>
            <p:ph type="body" sz="quarter" idx="163"/>
          </p:nvPr>
        </p:nvSpPr>
        <p:spPr>
          <a:xfrm>
            <a:off x="33874364" y="1469524"/>
            <a:ext cx="9144000" cy="800211"/>
          </a:xfrm>
        </p:spPr>
        <p:txBody>
          <a:bodyPr/>
          <a:lstStyle/>
          <a:p>
            <a:r>
              <a:rPr lang="en-US" dirty="0">
                <a:latin typeface="Times New Roman" panose="02020603050405020304" pitchFamily="18" charset="0"/>
                <a:cs typeface="Times New Roman" panose="02020603050405020304" pitchFamily="18" charset="0"/>
              </a:rPr>
              <a:t>Future and Impact of wearable devices </a:t>
            </a:r>
          </a:p>
        </p:txBody>
      </p:sp>
      <p:sp>
        <p:nvSpPr>
          <p:cNvPr id="31" name="Text Placeholder 30">
            <a:extLst>
              <a:ext uri="{FF2B5EF4-FFF2-40B4-BE49-F238E27FC236}">
                <a16:creationId xmlns:a16="http://schemas.microsoft.com/office/drawing/2014/main" id="{228ED3A4-03D2-AD4C-B3F2-296FEB85D426}"/>
              </a:ext>
            </a:extLst>
          </p:cNvPr>
          <p:cNvSpPr>
            <a:spLocks noGrp="1"/>
          </p:cNvSpPr>
          <p:nvPr>
            <p:ph type="body" sz="quarter" idx="164"/>
          </p:nvPr>
        </p:nvSpPr>
        <p:spPr>
          <a:xfrm>
            <a:off x="33874364" y="2358184"/>
            <a:ext cx="9144000" cy="12865060"/>
          </a:xfrm>
        </p:spPr>
        <p:txBody>
          <a:bodyPr wrap="square" lIns="228589" tIns="228589" rIns="228589" bIns="228589" anchor="t">
            <a:noAutofit/>
          </a:bodyPr>
          <a:lstStyle/>
          <a:p>
            <a:r>
              <a:rPr lang="en-US" sz="4800" dirty="0">
                <a:effectLst/>
                <a:latin typeface="Times New Roman" panose="02020603050405020304" pitchFamily="18" charset="0"/>
                <a:ea typeface="SimSun" panose="02010600030101010101" pitchFamily="2" charset="-122"/>
              </a:rPr>
              <a:t>The future of wearable devices can adapt if computers adapt. Wearable devices are an outcome of computers. They are used as an accessory to the computer, so as the computer adapts the future of wearable devices are basically endless. The Impact of wearab</a:t>
            </a:r>
            <a:r>
              <a:rPr lang="en-US" sz="4800" dirty="0">
                <a:latin typeface="Times New Roman" panose="02020603050405020304" pitchFamily="18" charset="0"/>
                <a:ea typeface="SimSun" panose="02010600030101010101" pitchFamily="2" charset="-122"/>
              </a:rPr>
              <a:t>le devices might be just like that of computers. According to researchers, they have predicted </a:t>
            </a:r>
            <a:r>
              <a:rPr lang="en-US" sz="4800" dirty="0">
                <a:effectLst/>
                <a:latin typeface="Times New Roman" panose="02020603050405020304" pitchFamily="18" charset="0"/>
                <a:ea typeface="SimSun" panose="02010600030101010101" pitchFamily="2" charset="-122"/>
              </a:rPr>
              <a:t>that wearable devices will be the second best-selling consumer electronic device in the world.  That is an impact. So far, we have seen a few inventions that have made an impact. These inventions are VR and AR, which are primarily used for gaming.  Other inventions are like wireless heart monitors for patients that need to monitor themselves frequently.</a:t>
            </a:r>
            <a:endParaRPr lang="en-US" sz="4800" dirty="0">
              <a:latin typeface="Times New Roman" panose="02020603050405020304" pitchFamily="18" charset="0"/>
              <a:cs typeface="Times New Roman" panose="02020603050405020304" pitchFamily="18" charset="0"/>
            </a:endParaRPr>
          </a:p>
          <a:p>
            <a:endParaRPr lang="en-US" dirty="0"/>
          </a:p>
        </p:txBody>
      </p:sp>
      <p:sp>
        <p:nvSpPr>
          <p:cNvPr id="27" name="Text Placeholder 26">
            <a:extLst>
              <a:ext uri="{FF2B5EF4-FFF2-40B4-BE49-F238E27FC236}">
                <a16:creationId xmlns:a16="http://schemas.microsoft.com/office/drawing/2014/main" id="{7C8C3BFB-E760-3844-B88E-37D24EC0843D}"/>
              </a:ext>
            </a:extLst>
          </p:cNvPr>
          <p:cNvSpPr>
            <a:spLocks noGrp="1"/>
          </p:cNvSpPr>
          <p:nvPr>
            <p:ph type="body" sz="quarter" idx="156"/>
          </p:nvPr>
        </p:nvSpPr>
        <p:spPr>
          <a:xfrm>
            <a:off x="922655" y="1925894"/>
            <a:ext cx="9144001" cy="1905224"/>
          </a:xfrm>
        </p:spPr>
        <p:txBody>
          <a:bodyPr/>
          <a:lstStyle/>
          <a:p>
            <a:r>
              <a:rPr lang="en-US" sz="6000" dirty="0">
                <a:latin typeface="Times New Roman" panose="02020603050405020304" pitchFamily="18" charset="0"/>
                <a:cs typeface="Times New Roman" panose="02020603050405020304" pitchFamily="18" charset="0"/>
              </a:rPr>
              <a:t>The Future of Wearable Devices </a:t>
            </a:r>
          </a:p>
          <a:p>
            <a:r>
              <a:rPr lang="en-US" sz="4400" dirty="0">
                <a:latin typeface="Times New Roman" panose="02020603050405020304" pitchFamily="18" charset="0"/>
                <a:cs typeface="Times New Roman" panose="02020603050405020304" pitchFamily="18" charset="0"/>
              </a:rPr>
              <a:t>The next big invention</a:t>
            </a:r>
          </a:p>
        </p:txBody>
      </p:sp>
      <p:pic>
        <p:nvPicPr>
          <p:cNvPr id="1028" name="Picture 4" descr="Wearable Technology statistics and trends 2018 | Smart Insights">
            <a:extLst>
              <a:ext uri="{FF2B5EF4-FFF2-40B4-BE49-F238E27FC236}">
                <a16:creationId xmlns:a16="http://schemas.microsoft.com/office/drawing/2014/main" id="{F78D0B6D-62C3-4AA9-83A2-634B3A3AAC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54633" y="19539284"/>
            <a:ext cx="21471261" cy="12801600"/>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Amazon.com: Apple AirPods Pro">
            <a:extLst>
              <a:ext uri="{FF2B5EF4-FFF2-40B4-BE49-F238E27FC236}">
                <a16:creationId xmlns:a16="http://schemas.microsoft.com/office/drawing/2014/main" id="{493CEFE9-4C08-4ACA-9323-3AAF2D267ED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254633" y="12749728"/>
            <a:ext cx="6648428" cy="5428283"/>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4" descr="What is augmented reality, anyway?">
            <a:extLst>
              <a:ext uri="{FF2B5EF4-FFF2-40B4-BE49-F238E27FC236}">
                <a16:creationId xmlns:a16="http://schemas.microsoft.com/office/drawing/2014/main" id="{E7C22A4D-CA98-45E0-AA2E-A1657170914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215125" y="0"/>
            <a:ext cx="8374231" cy="860487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Researchers turn to wearable tech in race to track Covid-19 | Financial  Times">
            <a:extLst>
              <a:ext uri="{FF2B5EF4-FFF2-40B4-BE49-F238E27FC236}">
                <a16:creationId xmlns:a16="http://schemas.microsoft.com/office/drawing/2014/main" id="{77BBEDE3-AC73-4131-BC4B-F6B3B775B4D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215126" y="8604875"/>
            <a:ext cx="6586804" cy="4144853"/>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Glass – Glass">
            <a:extLst>
              <a:ext uri="{FF2B5EF4-FFF2-40B4-BE49-F238E27FC236}">
                <a16:creationId xmlns:a16="http://schemas.microsoft.com/office/drawing/2014/main" id="{0EC46BFF-D697-4A75-8428-F65E155E8B6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523288" y="0"/>
            <a:ext cx="5970511" cy="48139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2682582"/>
      </p:ext>
    </p:extLst>
  </p:cSld>
  <p:clrMapOvr>
    <a:masterClrMapping/>
  </p:clrMapOvr>
</p:sld>
</file>

<file path=ppt/theme/theme1.xml><?xml version="1.0" encoding="utf-8"?>
<a:theme xmlns:a="http://schemas.openxmlformats.org/drawingml/2006/main" name="36x48-Template - One center panel">
  <a:themeElements>
    <a:clrScheme name="Marquee">
      <a:dk1>
        <a:srgbClr val="000000"/>
      </a:dk1>
      <a:lt1>
        <a:sysClr val="window" lastClr="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500" dirty="0">
            <a:latin typeface="Times New Roman" panose="02020603050405020304" pitchFamily="18" charset="0"/>
            <a:cs typeface="Times New Roman" panose="02020603050405020304" pitchFamily="18" charset="0"/>
          </a:defRPr>
        </a:defPPr>
      </a:lstStyle>
    </a:txDef>
  </a:objectDefaults>
  <a:extraClrSchemeLst/>
</a:theme>
</file>

<file path=ppt/theme/theme2.xml><?xml version="1.0" encoding="utf-8"?>
<a:theme xmlns:a="http://schemas.openxmlformats.org/drawingml/2006/main" name="1_36x48-Template - One center panel">
  <a:themeElements>
    <a:clrScheme name="Marquee">
      <a:dk1>
        <a:srgbClr val="000000"/>
      </a:dk1>
      <a:lt1>
        <a:sysClr val="window" lastClr="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500" dirty="0">
            <a:latin typeface="Times New Roman" panose="02020603050405020304" pitchFamily="18" charset="0"/>
            <a:cs typeface="Times New Roman" panose="02020603050405020304" pitchFamily="18" charset="0"/>
          </a:defRPr>
        </a:defPPr>
      </a:lst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36x48-Template-V2b</Template>
  <TotalTime>1311</TotalTime>
  <Words>488</Words>
  <Application>Microsoft Office PowerPoint</Application>
  <PresentationFormat>Custom</PresentationFormat>
  <Paragraphs>15</Paragraphs>
  <Slides>1</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vt:i4>
      </vt:variant>
    </vt:vector>
  </HeadingPairs>
  <TitlesOfParts>
    <vt:vector size="8" baseType="lpstr">
      <vt:lpstr>Arial</vt:lpstr>
      <vt:lpstr>Arial Black</vt:lpstr>
      <vt:lpstr>Calibri</vt:lpstr>
      <vt:lpstr>Times New Roman</vt:lpstr>
      <vt:lpstr>Trebuchet MS</vt:lpstr>
      <vt:lpstr>36x48-Template - One center panel</vt:lpstr>
      <vt:lpstr>1_36x48-Template - One center panel</vt:lpstr>
      <vt:lpstr>PowerPoint Presentation</vt:lpstr>
    </vt:vector>
  </TitlesOfParts>
  <Company>Hewlett-Packard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CanterburyMedia</dc:creator>
  <dc:description>This template is the property of PosterPresentations.com. Call us if you need help with this poster template._x000d_
1-866-649-3004           _x000d_
 (c)PosterPresentations.com</dc:description>
  <cp:lastModifiedBy>John W James</cp:lastModifiedBy>
  <cp:revision>158</cp:revision>
  <dcterms:created xsi:type="dcterms:W3CDTF">2012-02-03T19:11:35Z</dcterms:created>
  <dcterms:modified xsi:type="dcterms:W3CDTF">2020-12-03T02:04:44Z</dcterms:modified>
</cp:coreProperties>
</file>